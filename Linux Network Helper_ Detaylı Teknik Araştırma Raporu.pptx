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Quattrocento Sans" charset="-122" pitchFamily="34"/>
      <p:regular r:id="rId31"/>
    </p:embeddedFont>
    <p:embeddedFont>
      <p:font typeface="Liter" charset="-122" pitchFamily="34"/>
      <p:regular r:id="rId32"/>
    </p:embeddedFont>
    <p:embeddedFont>
      <p:font typeface="Hedvig Letters Sans" charset="-122" pitchFamily="34"/>
      <p:regular r:id="rId33"/>
    </p:embeddedFont>
    <p:embeddedFont>
      <p:font typeface="MiSans" charset="-122" pitchFamily="34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pinimg.com/a12569701e4953171573fed5562cf5c4fcb44d49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605915"/>
            <a:ext cx="2341245" cy="274320"/>
          </a:xfrm>
          <a:custGeom>
            <a:avLst/>
            <a:gdLst/>
            <a:ahLst/>
            <a:cxnLst/>
            <a:rect l="l" t="t" r="r" b="b"/>
            <a:pathLst>
              <a:path w="2341245" h="274320">
                <a:moveTo>
                  <a:pt x="38100" y="0"/>
                </a:moveTo>
                <a:lnTo>
                  <a:pt x="2303145" y="0"/>
                </a:lnTo>
                <a:cubicBezTo>
                  <a:pt x="2324187" y="0"/>
                  <a:pt x="2341245" y="17058"/>
                  <a:pt x="2341245" y="38100"/>
                </a:cubicBezTo>
                <a:lnTo>
                  <a:pt x="2341245" y="236220"/>
                </a:lnTo>
                <a:cubicBezTo>
                  <a:pt x="2341245" y="257262"/>
                  <a:pt x="2324187" y="274320"/>
                  <a:pt x="2303145" y="274320"/>
                </a:cubicBezTo>
                <a:lnTo>
                  <a:pt x="38100" y="274320"/>
                </a:lnTo>
                <a:cubicBezTo>
                  <a:pt x="17072" y="274320"/>
                  <a:pt x="0" y="257248"/>
                  <a:pt x="0" y="23622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7E9A">
              <a:alpha val="20000"/>
            </a:srgbClr>
          </a:solidFill>
          <a:ln w="10160">
            <a:solidFill>
              <a:srgbClr val="4C7E9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4782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Teknik Araştırma Raporu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1264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Linux Network Helper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12229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38899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6B6F77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Açık Kaynak Network Yönetim Araçları ve Uygulama Rehberi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8620" y="4036695"/>
            <a:ext cx="2684145" cy="1028700"/>
          </a:xfrm>
          <a:custGeom>
            <a:avLst/>
            <a:gdLst/>
            <a:ahLst/>
            <a:cxnLst/>
            <a:rect l="l" t="t" r="r" b="b"/>
            <a:pathLst>
              <a:path w="2684145" h="1028700">
                <a:moveTo>
                  <a:pt x="0" y="0"/>
                </a:moveTo>
                <a:lnTo>
                  <a:pt x="2684145" y="0"/>
                </a:lnTo>
                <a:lnTo>
                  <a:pt x="268414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88620" y="4036695"/>
            <a:ext cx="15240" cy="1028700"/>
          </a:xfrm>
          <a:custGeom>
            <a:avLst/>
            <a:gdLst/>
            <a:ahLst/>
            <a:cxnLst/>
            <a:rect l="l" t="t" r="r" b="b"/>
            <a:pathLst>
              <a:path w="15240" h="1028700">
                <a:moveTo>
                  <a:pt x="0" y="0"/>
                </a:moveTo>
                <a:lnTo>
                  <a:pt x="15240" y="0"/>
                </a:lnTo>
                <a:lnTo>
                  <a:pt x="1524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1" name="Shape 8"/>
          <p:cNvSpPr/>
          <p:nvPr/>
        </p:nvSpPr>
        <p:spPr>
          <a:xfrm>
            <a:off x="572453" y="418909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45579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Kapsam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4684395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İzolasyonu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09580" y="4036695"/>
            <a:ext cx="2684145" cy="1028700"/>
          </a:xfrm>
          <a:custGeom>
            <a:avLst/>
            <a:gdLst/>
            <a:ahLst/>
            <a:cxnLst/>
            <a:rect l="l" t="t" r="r" b="b"/>
            <a:pathLst>
              <a:path w="2684145" h="1028700">
                <a:moveTo>
                  <a:pt x="0" y="0"/>
                </a:moveTo>
                <a:lnTo>
                  <a:pt x="2684145" y="0"/>
                </a:lnTo>
                <a:lnTo>
                  <a:pt x="268414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309580" y="4036695"/>
            <a:ext cx="15240" cy="1028700"/>
          </a:xfrm>
          <a:custGeom>
            <a:avLst/>
            <a:gdLst/>
            <a:ahLst/>
            <a:cxnLst/>
            <a:rect l="l" t="t" r="r" b="b"/>
            <a:pathLst>
              <a:path w="15240" h="1028700">
                <a:moveTo>
                  <a:pt x="0" y="0"/>
                </a:moveTo>
                <a:lnTo>
                  <a:pt x="15240" y="0"/>
                </a:lnTo>
                <a:lnTo>
                  <a:pt x="1524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6" name="Shape 13"/>
          <p:cNvSpPr/>
          <p:nvPr/>
        </p:nvSpPr>
        <p:spPr>
          <a:xfrm>
            <a:off x="3493413" y="418909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7" name="Text 14"/>
          <p:cNvSpPr/>
          <p:nvPr/>
        </p:nvSpPr>
        <p:spPr>
          <a:xfrm>
            <a:off x="3469600" y="445579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Odak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69600" y="4684395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Güvenlik ve Performans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30541" y="4036695"/>
            <a:ext cx="2684145" cy="1028700"/>
          </a:xfrm>
          <a:custGeom>
            <a:avLst/>
            <a:gdLst/>
            <a:ahLst/>
            <a:cxnLst/>
            <a:rect l="l" t="t" r="r" b="b"/>
            <a:pathLst>
              <a:path w="2684145" h="1028700">
                <a:moveTo>
                  <a:pt x="0" y="0"/>
                </a:moveTo>
                <a:lnTo>
                  <a:pt x="2684145" y="0"/>
                </a:lnTo>
                <a:lnTo>
                  <a:pt x="268414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230541" y="4036695"/>
            <a:ext cx="15240" cy="1028700"/>
          </a:xfrm>
          <a:custGeom>
            <a:avLst/>
            <a:gdLst/>
            <a:ahLst/>
            <a:cxnLst/>
            <a:rect l="l" t="t" r="r" b="b"/>
            <a:pathLst>
              <a:path w="15240" h="1028700">
                <a:moveTo>
                  <a:pt x="0" y="0"/>
                </a:moveTo>
                <a:lnTo>
                  <a:pt x="15240" y="0"/>
                </a:lnTo>
                <a:lnTo>
                  <a:pt x="1524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1" name="Shape 18"/>
          <p:cNvSpPr/>
          <p:nvPr/>
        </p:nvSpPr>
        <p:spPr>
          <a:xfrm>
            <a:off x="6402467" y="418909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2" name="Text 19"/>
          <p:cNvSpPr/>
          <p:nvPr/>
        </p:nvSpPr>
        <p:spPr>
          <a:xfrm>
            <a:off x="6390561" y="445579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Yöntem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90561" y="4684395"/>
            <a:ext cx="2447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Derinlemesine Analiz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1000" y="62865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Ocak 2026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380464" y="62865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Detaylı Teknik İnceleme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İçindekiler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Konu Başlıkları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752600"/>
            <a:ext cx="5551170" cy="1076325"/>
          </a:xfrm>
          <a:custGeom>
            <a:avLst/>
            <a:gdLst/>
            <a:ahLst/>
            <a:cxnLst/>
            <a:rect l="l" t="t" r="r" b="b"/>
            <a:pathLst>
              <a:path w="5551170" h="1076325">
                <a:moveTo>
                  <a:pt x="0" y="0"/>
                </a:moveTo>
                <a:lnTo>
                  <a:pt x="5551170" y="0"/>
                </a:lnTo>
                <a:lnTo>
                  <a:pt x="555117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" y="1752600"/>
            <a:ext cx="15240" cy="1076325"/>
          </a:xfrm>
          <a:custGeom>
            <a:avLst/>
            <a:gdLst/>
            <a:ahLst/>
            <a:cxnLst/>
            <a:rect l="l" t="t" r="r" b="b"/>
            <a:pathLst>
              <a:path w="15240" h="1076325">
                <a:moveTo>
                  <a:pt x="0" y="0"/>
                </a:moveTo>
                <a:lnTo>
                  <a:pt x="15240" y="0"/>
                </a:lnTo>
                <a:lnTo>
                  <a:pt x="1524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86740" y="19431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C7E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96340" y="194310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Giriş ve Kapsam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6340" y="228600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Araştırma hedefleri, yöntemler ve kapsamın tanımlanması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6020" y="1752600"/>
            <a:ext cx="5551170" cy="1076325"/>
          </a:xfrm>
          <a:custGeom>
            <a:avLst/>
            <a:gdLst/>
            <a:ahLst/>
            <a:cxnLst/>
            <a:rect l="l" t="t" r="r" b="b"/>
            <a:pathLst>
              <a:path w="5551170" h="1076325">
                <a:moveTo>
                  <a:pt x="0" y="0"/>
                </a:moveTo>
                <a:lnTo>
                  <a:pt x="5551170" y="0"/>
                </a:lnTo>
                <a:lnTo>
                  <a:pt x="555117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56020" y="1752600"/>
            <a:ext cx="15240" cy="1076325"/>
          </a:xfrm>
          <a:custGeom>
            <a:avLst/>
            <a:gdLst/>
            <a:ahLst/>
            <a:cxnLst/>
            <a:rect l="l" t="t" r="r" b="b"/>
            <a:pathLst>
              <a:path w="15240" h="1076325">
                <a:moveTo>
                  <a:pt x="0" y="0"/>
                </a:moveTo>
                <a:lnTo>
                  <a:pt x="15240" y="0"/>
                </a:lnTo>
                <a:lnTo>
                  <a:pt x="1524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54140" y="19431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C7E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63740" y="194310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Temel Çalışma Prensipleri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63740" y="228600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namespace, iproute2 utils ve TCP/IP stack parametreleri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8620" y="3022521"/>
            <a:ext cx="5551170" cy="1076325"/>
          </a:xfrm>
          <a:custGeom>
            <a:avLst/>
            <a:gdLst/>
            <a:ahLst/>
            <a:cxnLst/>
            <a:rect l="l" t="t" r="r" b="b"/>
            <a:pathLst>
              <a:path w="5551170" h="1076325">
                <a:moveTo>
                  <a:pt x="0" y="0"/>
                </a:moveTo>
                <a:lnTo>
                  <a:pt x="5551170" y="0"/>
                </a:lnTo>
                <a:lnTo>
                  <a:pt x="555117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8620" y="3022521"/>
            <a:ext cx="15240" cy="1076325"/>
          </a:xfrm>
          <a:custGeom>
            <a:avLst/>
            <a:gdLst/>
            <a:ahLst/>
            <a:cxnLst/>
            <a:rect l="l" t="t" r="r" b="b"/>
            <a:pathLst>
              <a:path w="15240" h="1076325">
                <a:moveTo>
                  <a:pt x="0" y="0"/>
                </a:moveTo>
                <a:lnTo>
                  <a:pt x="15240" y="0"/>
                </a:lnTo>
                <a:lnTo>
                  <a:pt x="1524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7" name="Text 15"/>
          <p:cNvSpPr/>
          <p:nvPr/>
        </p:nvSpPr>
        <p:spPr>
          <a:xfrm>
            <a:off x="586740" y="3213021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C7E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96340" y="3213021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İyi Uygulama Yöntemleri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96340" y="3555921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konfigürasyon yönetimi, güvenlik hardening ve monitoring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6020" y="3022521"/>
            <a:ext cx="5551170" cy="1076325"/>
          </a:xfrm>
          <a:custGeom>
            <a:avLst/>
            <a:gdLst/>
            <a:ahLst/>
            <a:cxnLst/>
            <a:rect l="l" t="t" r="r" b="b"/>
            <a:pathLst>
              <a:path w="5551170" h="1076325">
                <a:moveTo>
                  <a:pt x="0" y="0"/>
                </a:moveTo>
                <a:lnTo>
                  <a:pt x="5551170" y="0"/>
                </a:lnTo>
                <a:lnTo>
                  <a:pt x="555117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56020" y="3022521"/>
            <a:ext cx="15240" cy="1076325"/>
          </a:xfrm>
          <a:custGeom>
            <a:avLst/>
            <a:gdLst/>
            <a:ahLst/>
            <a:cxnLst/>
            <a:rect l="l" t="t" r="r" b="b"/>
            <a:pathLst>
              <a:path w="15240" h="1076325">
                <a:moveTo>
                  <a:pt x="0" y="0"/>
                </a:moveTo>
                <a:lnTo>
                  <a:pt x="15240" y="0"/>
                </a:lnTo>
                <a:lnTo>
                  <a:pt x="1524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54140" y="3213021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C7E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63740" y="3213021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Rakip ve Benzer Projeler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63740" y="3555921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Açık kaynak network projeleri ve framework karşılaştırmaları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8620" y="4292560"/>
            <a:ext cx="5551170" cy="1076325"/>
          </a:xfrm>
          <a:custGeom>
            <a:avLst/>
            <a:gdLst/>
            <a:ahLst/>
            <a:cxnLst/>
            <a:rect l="l" t="t" r="r" b="b"/>
            <a:pathLst>
              <a:path w="5551170" h="1076325">
                <a:moveTo>
                  <a:pt x="0" y="0"/>
                </a:moveTo>
                <a:lnTo>
                  <a:pt x="5551170" y="0"/>
                </a:lnTo>
                <a:lnTo>
                  <a:pt x="555117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8620" y="4292560"/>
            <a:ext cx="15240" cy="1076325"/>
          </a:xfrm>
          <a:custGeom>
            <a:avLst/>
            <a:gdLst/>
            <a:ahLst/>
            <a:cxnLst/>
            <a:rect l="l" t="t" r="r" b="b"/>
            <a:pathLst>
              <a:path w="15240" h="1076325">
                <a:moveTo>
                  <a:pt x="0" y="0"/>
                </a:moveTo>
                <a:lnTo>
                  <a:pt x="15240" y="0"/>
                </a:lnTo>
                <a:lnTo>
                  <a:pt x="1524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7" name="Text 25"/>
          <p:cNvSpPr/>
          <p:nvPr/>
        </p:nvSpPr>
        <p:spPr>
          <a:xfrm>
            <a:off x="586740" y="448306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C7E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6340" y="448306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Kritik Yapılandırma Dosyaları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96340" y="482596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konfigürasyon dosyaları ve kernel parametreleri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56020" y="4292560"/>
            <a:ext cx="5551170" cy="1076325"/>
          </a:xfrm>
          <a:custGeom>
            <a:avLst/>
            <a:gdLst/>
            <a:ahLst/>
            <a:cxnLst/>
            <a:rect l="l" t="t" r="r" b="b"/>
            <a:pathLst>
              <a:path w="5551170" h="1076325">
                <a:moveTo>
                  <a:pt x="0" y="0"/>
                </a:moveTo>
                <a:lnTo>
                  <a:pt x="5551170" y="0"/>
                </a:lnTo>
                <a:lnTo>
                  <a:pt x="555117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56020" y="4292560"/>
            <a:ext cx="15240" cy="1076325"/>
          </a:xfrm>
          <a:custGeom>
            <a:avLst/>
            <a:gdLst/>
            <a:ahLst/>
            <a:cxnLst/>
            <a:rect l="l" t="t" r="r" b="b"/>
            <a:pathLst>
              <a:path w="15240" h="1076325">
                <a:moveTo>
                  <a:pt x="0" y="0"/>
                </a:moveTo>
                <a:lnTo>
                  <a:pt x="15240" y="0"/>
                </a:lnTo>
                <a:lnTo>
                  <a:pt x="1524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2" name="Text 30"/>
          <p:cNvSpPr/>
          <p:nvPr/>
        </p:nvSpPr>
        <p:spPr>
          <a:xfrm>
            <a:off x="6454140" y="448306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C7E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63740" y="448306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Güvenlik Konuları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63740" y="482596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 yönetimi, güvenlik açıkları ve güvenli erişim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8620" y="5600700"/>
            <a:ext cx="11418570" cy="876300"/>
          </a:xfrm>
          <a:custGeom>
            <a:avLst/>
            <a:gdLst/>
            <a:ahLst/>
            <a:cxnLst/>
            <a:rect l="l" t="t" r="r" b="b"/>
            <a:pathLst>
              <a:path w="11418570" h="876300">
                <a:moveTo>
                  <a:pt x="0" y="0"/>
                </a:moveTo>
                <a:lnTo>
                  <a:pt x="11418570" y="0"/>
                </a:lnTo>
                <a:lnTo>
                  <a:pt x="1141857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88620" y="5600700"/>
            <a:ext cx="15240" cy="876300"/>
          </a:xfrm>
          <a:custGeom>
            <a:avLst/>
            <a:gdLst/>
            <a:ahLst/>
            <a:cxnLst/>
            <a:rect l="l" t="t" r="r" b="b"/>
            <a:pathLst>
              <a:path w="15240" h="876300">
                <a:moveTo>
                  <a:pt x="0" y="0"/>
                </a:moveTo>
                <a:lnTo>
                  <a:pt x="15240" y="0"/>
                </a:lnTo>
                <a:lnTo>
                  <a:pt x="1524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7531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B6F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8240" y="5753100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Sonuç ve Öneriler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58240" y="6096000"/>
            <a:ext cx="1057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Özet bulgular, uygulama önerileri ve gelecek trendleri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sets.visme.co/92c32eed59b9ac33937fd78a77e7ce089f0faf50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932147"/>
            <a:ext cx="1150620" cy="350520"/>
          </a:xfrm>
          <a:custGeom>
            <a:avLst/>
            <a:gdLst/>
            <a:ahLst/>
            <a:cxnLst/>
            <a:rect l="l" t="t" r="r" b="b"/>
            <a:pathLst>
              <a:path w="1150620" h="350520">
                <a:moveTo>
                  <a:pt x="38102" y="0"/>
                </a:moveTo>
                <a:lnTo>
                  <a:pt x="1112518" y="0"/>
                </a:lnTo>
                <a:cubicBezTo>
                  <a:pt x="1133561" y="0"/>
                  <a:pt x="1150620" y="17059"/>
                  <a:pt x="1150620" y="38102"/>
                </a:cubicBezTo>
                <a:lnTo>
                  <a:pt x="1150620" y="312418"/>
                </a:lnTo>
                <a:cubicBezTo>
                  <a:pt x="1150620" y="333461"/>
                  <a:pt x="1133561" y="350520"/>
                  <a:pt x="1112518" y="350520"/>
                </a:cubicBezTo>
                <a:lnTo>
                  <a:pt x="38102" y="350520"/>
                </a:lnTo>
                <a:cubicBezTo>
                  <a:pt x="17059" y="350520"/>
                  <a:pt x="0" y="333461"/>
                  <a:pt x="0" y="3124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C7E9A">
              <a:alpha val="20000"/>
            </a:srgbClr>
          </a:solidFill>
          <a:ln w="10160">
            <a:solidFill>
              <a:srgbClr val="4C7E9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974056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15077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Giriş ve Kapsam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58077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000977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 network helper teknolojisi nedir, neden önemlidir ve bu araştırmanın kapsamı nedir?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54" y="377754"/>
            <a:ext cx="11502600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104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01 · Giriş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754" y="642181"/>
            <a:ext cx="11606482" cy="37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Araştırma Kapsamı ve Hedefleri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754" y="1133261"/>
            <a:ext cx="1208812" cy="37775"/>
          </a:xfrm>
          <a:custGeom>
            <a:avLst/>
            <a:gdLst/>
            <a:ahLst/>
            <a:cxnLst/>
            <a:rect l="l" t="t" r="r" b="b"/>
            <a:pathLst>
              <a:path w="1208812" h="37775">
                <a:moveTo>
                  <a:pt x="0" y="0"/>
                </a:moveTo>
                <a:lnTo>
                  <a:pt x="1208812" y="0"/>
                </a:lnTo>
                <a:lnTo>
                  <a:pt x="1208812" y="37775"/>
                </a:lnTo>
                <a:lnTo>
                  <a:pt x="0" y="3777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5309" y="1397689"/>
            <a:ext cx="5598310" cy="2587613"/>
          </a:xfrm>
          <a:custGeom>
            <a:avLst/>
            <a:gdLst/>
            <a:ahLst/>
            <a:cxnLst/>
            <a:rect l="l" t="t" r="r" b="b"/>
            <a:pathLst>
              <a:path w="5598310" h="2587613">
                <a:moveTo>
                  <a:pt x="0" y="0"/>
                </a:moveTo>
                <a:lnTo>
                  <a:pt x="5598310" y="0"/>
                </a:lnTo>
                <a:lnTo>
                  <a:pt x="5598310" y="2587613"/>
                </a:lnTo>
                <a:lnTo>
                  <a:pt x="0" y="2587613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5309" y="1397689"/>
            <a:ext cx="15110" cy="2587613"/>
          </a:xfrm>
          <a:custGeom>
            <a:avLst/>
            <a:gdLst/>
            <a:ahLst/>
            <a:cxnLst/>
            <a:rect l="l" t="t" r="r" b="b"/>
            <a:pathLst>
              <a:path w="15110" h="2587613">
                <a:moveTo>
                  <a:pt x="0" y="0"/>
                </a:moveTo>
                <a:lnTo>
                  <a:pt x="15110" y="0"/>
                </a:lnTo>
                <a:lnTo>
                  <a:pt x="15110" y="2587613"/>
                </a:lnTo>
                <a:lnTo>
                  <a:pt x="0" y="2587613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Shape 5"/>
          <p:cNvSpPr/>
          <p:nvPr/>
        </p:nvSpPr>
        <p:spPr>
          <a:xfrm>
            <a:off x="647848" y="1661999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98321" y="113326"/>
                </a:moveTo>
                <a:cubicBezTo>
                  <a:pt x="198321" y="66416"/>
                  <a:pt x="160236" y="28332"/>
                  <a:pt x="113326" y="28332"/>
                </a:cubicBezTo>
                <a:cubicBezTo>
                  <a:pt x="66416" y="28332"/>
                  <a:pt x="28332" y="66416"/>
                  <a:pt x="28332" y="113326"/>
                </a:cubicBezTo>
                <a:cubicBezTo>
                  <a:pt x="28332" y="160236"/>
                  <a:pt x="66416" y="198321"/>
                  <a:pt x="113326" y="198321"/>
                </a:cubicBezTo>
                <a:cubicBezTo>
                  <a:pt x="160236" y="198321"/>
                  <a:pt x="198321" y="160236"/>
                  <a:pt x="198321" y="113326"/>
                </a:cubicBezTo>
                <a:close/>
                <a:moveTo>
                  <a:pt x="0" y="113326"/>
                </a:moveTo>
                <a:cubicBezTo>
                  <a:pt x="0" y="50780"/>
                  <a:pt x="50780" y="0"/>
                  <a:pt x="113326" y="0"/>
                </a:cubicBezTo>
                <a:cubicBezTo>
                  <a:pt x="175872" y="0"/>
                  <a:pt x="226652" y="50780"/>
                  <a:pt x="226652" y="113326"/>
                </a:cubicBezTo>
                <a:cubicBezTo>
                  <a:pt x="226652" y="175872"/>
                  <a:pt x="175872" y="226652"/>
                  <a:pt x="113326" y="226652"/>
                </a:cubicBezTo>
                <a:cubicBezTo>
                  <a:pt x="50780" y="226652"/>
                  <a:pt x="0" y="175872"/>
                  <a:pt x="0" y="113326"/>
                </a:cubicBezTo>
                <a:close/>
                <a:moveTo>
                  <a:pt x="113326" y="148741"/>
                </a:moveTo>
                <a:cubicBezTo>
                  <a:pt x="132872" y="148741"/>
                  <a:pt x="148741" y="132872"/>
                  <a:pt x="148741" y="113326"/>
                </a:cubicBezTo>
                <a:cubicBezTo>
                  <a:pt x="148741" y="93780"/>
                  <a:pt x="132872" y="77912"/>
                  <a:pt x="113326" y="77912"/>
                </a:cubicBezTo>
                <a:cubicBezTo>
                  <a:pt x="93780" y="77912"/>
                  <a:pt x="77912" y="93780"/>
                  <a:pt x="77912" y="113326"/>
                </a:cubicBezTo>
                <a:cubicBezTo>
                  <a:pt x="77912" y="132872"/>
                  <a:pt x="93780" y="148741"/>
                  <a:pt x="113326" y="148741"/>
                </a:cubicBezTo>
                <a:close/>
                <a:moveTo>
                  <a:pt x="113326" y="49580"/>
                </a:moveTo>
                <a:cubicBezTo>
                  <a:pt x="148508" y="49580"/>
                  <a:pt x="177072" y="78144"/>
                  <a:pt x="177072" y="113326"/>
                </a:cubicBezTo>
                <a:cubicBezTo>
                  <a:pt x="177072" y="148508"/>
                  <a:pt x="148508" y="177072"/>
                  <a:pt x="113326" y="177072"/>
                </a:cubicBezTo>
                <a:cubicBezTo>
                  <a:pt x="78144" y="177072"/>
                  <a:pt x="49580" y="148508"/>
                  <a:pt x="49580" y="113326"/>
                </a:cubicBezTo>
                <a:cubicBezTo>
                  <a:pt x="49580" y="78144"/>
                  <a:pt x="78144" y="49580"/>
                  <a:pt x="113326" y="49580"/>
                </a:cubicBezTo>
                <a:close/>
                <a:moveTo>
                  <a:pt x="99160" y="113326"/>
                </a:moveTo>
                <a:cubicBezTo>
                  <a:pt x="99160" y="105508"/>
                  <a:pt x="105508" y="99160"/>
                  <a:pt x="113326" y="99160"/>
                </a:cubicBezTo>
                <a:cubicBezTo>
                  <a:pt x="121144" y="99160"/>
                  <a:pt x="127492" y="105508"/>
                  <a:pt x="127492" y="113326"/>
                </a:cubicBezTo>
                <a:cubicBezTo>
                  <a:pt x="127492" y="121144"/>
                  <a:pt x="121144" y="127492"/>
                  <a:pt x="113326" y="127492"/>
                </a:cubicBezTo>
                <a:cubicBezTo>
                  <a:pt x="105508" y="127492"/>
                  <a:pt x="99160" y="121144"/>
                  <a:pt x="99160" y="113326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6"/>
          <p:cNvSpPr/>
          <p:nvPr/>
        </p:nvSpPr>
        <p:spPr>
          <a:xfrm>
            <a:off x="1016157" y="1624341"/>
            <a:ext cx="1765998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Araştırma Amacı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516" y="2077528"/>
            <a:ext cx="5213001" cy="736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 network helper teknolojisi, </a:t>
            </a:r>
            <a:pPr>
              <a:lnSpc>
                <a:spcPct val="140000"/>
              </a:lnSpc>
            </a:pPr>
            <a:r>
              <a:rPr lang="en-US" sz="1190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ağ yönetimini kolaylaştıran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 </a:t>
            </a:r>
            <a:pPr>
              <a:lnSpc>
                <a:spcPct val="140000"/>
              </a:lnSpc>
            </a:pPr>
            <a:r>
              <a:rPr lang="en-US" sz="1190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izolasyon sağlayan</a:t>
            </a:r>
            <a:pPr>
              <a:lnSpc>
                <a:spcPct val="14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araçlar bütünüdür. Bu araştırma, network namespace'ler, iproute2 utils ve modern yapılandırma araçları üzerinden detaylı teknik analiz sunar.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7071" y="2965249"/>
            <a:ext cx="5126117" cy="793283"/>
          </a:xfrm>
          <a:custGeom>
            <a:avLst/>
            <a:gdLst/>
            <a:ahLst/>
            <a:cxnLst/>
            <a:rect l="l" t="t" r="r" b="b"/>
            <a:pathLst>
              <a:path w="5126117" h="793283">
                <a:moveTo>
                  <a:pt x="0" y="0"/>
                </a:moveTo>
                <a:lnTo>
                  <a:pt x="5126117" y="0"/>
                </a:lnTo>
                <a:lnTo>
                  <a:pt x="5126117" y="793283"/>
                </a:lnTo>
                <a:lnTo>
                  <a:pt x="0" y="79328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7071" y="2965249"/>
            <a:ext cx="15110" cy="793283"/>
          </a:xfrm>
          <a:custGeom>
            <a:avLst/>
            <a:gdLst/>
            <a:ahLst/>
            <a:cxnLst/>
            <a:rect l="l" t="t" r="r" b="b"/>
            <a:pathLst>
              <a:path w="15110" h="793283">
                <a:moveTo>
                  <a:pt x="0" y="0"/>
                </a:moveTo>
                <a:lnTo>
                  <a:pt x="15110" y="0"/>
                </a:lnTo>
                <a:lnTo>
                  <a:pt x="15110" y="793283"/>
                </a:lnTo>
                <a:lnTo>
                  <a:pt x="0" y="793283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2" name="Text 10"/>
          <p:cNvSpPr/>
          <p:nvPr/>
        </p:nvSpPr>
        <p:spPr>
          <a:xfrm>
            <a:off x="785728" y="3116350"/>
            <a:ext cx="4882466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Hedef Kitle: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85728" y="3380778"/>
            <a:ext cx="489191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Administrator, DevOps Engineer, Network Engineer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309" y="4174061"/>
            <a:ext cx="5598310" cy="2682051"/>
          </a:xfrm>
          <a:custGeom>
            <a:avLst/>
            <a:gdLst/>
            <a:ahLst/>
            <a:cxnLst/>
            <a:rect l="l" t="t" r="r" b="b"/>
            <a:pathLst>
              <a:path w="5598310" h="2682051">
                <a:moveTo>
                  <a:pt x="0" y="0"/>
                </a:moveTo>
                <a:lnTo>
                  <a:pt x="5598310" y="0"/>
                </a:lnTo>
                <a:lnTo>
                  <a:pt x="5598310" y="2682051"/>
                </a:lnTo>
                <a:lnTo>
                  <a:pt x="0" y="268205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5309" y="4174061"/>
            <a:ext cx="15110" cy="2682051"/>
          </a:xfrm>
          <a:custGeom>
            <a:avLst/>
            <a:gdLst/>
            <a:ahLst/>
            <a:cxnLst/>
            <a:rect l="l" t="t" r="r" b="b"/>
            <a:pathLst>
              <a:path w="15110" h="2682051">
                <a:moveTo>
                  <a:pt x="0" y="0"/>
                </a:moveTo>
                <a:lnTo>
                  <a:pt x="15110" y="0"/>
                </a:lnTo>
                <a:lnTo>
                  <a:pt x="15110" y="2682051"/>
                </a:lnTo>
                <a:lnTo>
                  <a:pt x="0" y="2682051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848" y="4438371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226652"/>
                </a:moveTo>
                <a:cubicBezTo>
                  <a:pt x="175872" y="226652"/>
                  <a:pt x="226652" y="175872"/>
                  <a:pt x="226652" y="113326"/>
                </a:cubicBezTo>
                <a:cubicBezTo>
                  <a:pt x="226652" y="50780"/>
                  <a:pt x="175872" y="0"/>
                  <a:pt x="113326" y="0"/>
                </a:cubicBezTo>
                <a:cubicBezTo>
                  <a:pt x="50780" y="0"/>
                  <a:pt x="0" y="50780"/>
                  <a:pt x="0" y="113326"/>
                </a:cubicBezTo>
                <a:cubicBezTo>
                  <a:pt x="0" y="175872"/>
                  <a:pt x="50780" y="226652"/>
                  <a:pt x="113326" y="226652"/>
                </a:cubicBezTo>
                <a:close/>
                <a:moveTo>
                  <a:pt x="113326" y="77912"/>
                </a:moveTo>
                <a:cubicBezTo>
                  <a:pt x="105491" y="77912"/>
                  <a:pt x="99160" y="84242"/>
                  <a:pt x="99160" y="92077"/>
                </a:cubicBezTo>
                <a:cubicBezTo>
                  <a:pt x="99160" y="97965"/>
                  <a:pt x="94424" y="102702"/>
                  <a:pt x="88536" y="102702"/>
                </a:cubicBezTo>
                <a:cubicBezTo>
                  <a:pt x="82648" y="102702"/>
                  <a:pt x="77912" y="97965"/>
                  <a:pt x="77912" y="92077"/>
                </a:cubicBezTo>
                <a:cubicBezTo>
                  <a:pt x="77912" y="72511"/>
                  <a:pt x="93760" y="56663"/>
                  <a:pt x="113326" y="56663"/>
                </a:cubicBezTo>
                <a:cubicBezTo>
                  <a:pt x="132893" y="56663"/>
                  <a:pt x="148741" y="72511"/>
                  <a:pt x="148741" y="92077"/>
                </a:cubicBezTo>
                <a:cubicBezTo>
                  <a:pt x="148741" y="112972"/>
                  <a:pt x="132804" y="121826"/>
                  <a:pt x="123950" y="125057"/>
                </a:cubicBezTo>
                <a:lnTo>
                  <a:pt x="123950" y="126739"/>
                </a:lnTo>
                <a:cubicBezTo>
                  <a:pt x="123950" y="132627"/>
                  <a:pt x="119214" y="137364"/>
                  <a:pt x="113326" y="137364"/>
                </a:cubicBezTo>
                <a:cubicBezTo>
                  <a:pt x="107438" y="137364"/>
                  <a:pt x="102702" y="132627"/>
                  <a:pt x="102702" y="126739"/>
                </a:cubicBezTo>
                <a:lnTo>
                  <a:pt x="102702" y="123154"/>
                </a:lnTo>
                <a:cubicBezTo>
                  <a:pt x="102702" y="114079"/>
                  <a:pt x="109253" y="107571"/>
                  <a:pt x="116026" y="105358"/>
                </a:cubicBezTo>
                <a:cubicBezTo>
                  <a:pt x="118860" y="104428"/>
                  <a:pt x="121870" y="102923"/>
                  <a:pt x="124083" y="100798"/>
                </a:cubicBezTo>
                <a:cubicBezTo>
                  <a:pt x="125987" y="98939"/>
                  <a:pt x="127492" y="96371"/>
                  <a:pt x="127492" y="92122"/>
                </a:cubicBezTo>
                <a:cubicBezTo>
                  <a:pt x="127492" y="84286"/>
                  <a:pt x="121162" y="77956"/>
                  <a:pt x="113326" y="77956"/>
                </a:cubicBezTo>
                <a:close/>
                <a:moveTo>
                  <a:pt x="99160" y="162906"/>
                </a:moveTo>
                <a:cubicBezTo>
                  <a:pt x="99160" y="155088"/>
                  <a:pt x="105508" y="148741"/>
                  <a:pt x="113326" y="148741"/>
                </a:cubicBezTo>
                <a:cubicBezTo>
                  <a:pt x="121144" y="148741"/>
                  <a:pt x="127492" y="155088"/>
                  <a:pt x="127492" y="162906"/>
                </a:cubicBezTo>
                <a:cubicBezTo>
                  <a:pt x="127492" y="170725"/>
                  <a:pt x="121144" y="177072"/>
                  <a:pt x="113326" y="177072"/>
                </a:cubicBezTo>
                <a:cubicBezTo>
                  <a:pt x="105508" y="177072"/>
                  <a:pt x="99160" y="170725"/>
                  <a:pt x="99160" y="162906"/>
                </a:cubicBez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157" y="4400713"/>
            <a:ext cx="1671560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Beş Temel Soru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516" y="4891675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0"/>
                </a:moveTo>
                <a:lnTo>
                  <a:pt x="113326" y="0"/>
                </a:lnTo>
                <a:cubicBezTo>
                  <a:pt x="175914" y="0"/>
                  <a:pt x="226652" y="50738"/>
                  <a:pt x="226652" y="113326"/>
                </a:cubicBezTo>
                <a:lnTo>
                  <a:pt x="226652" y="113326"/>
                </a:lnTo>
                <a:cubicBezTo>
                  <a:pt x="226652" y="175914"/>
                  <a:pt x="175914" y="226652"/>
                  <a:pt x="113326" y="226652"/>
                </a:cubicBezTo>
                <a:lnTo>
                  <a:pt x="113326" y="226652"/>
                </a:lnTo>
                <a:cubicBezTo>
                  <a:pt x="50738" y="226652"/>
                  <a:pt x="0" y="175914"/>
                  <a:pt x="0" y="113326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9" name="Text 17"/>
          <p:cNvSpPr/>
          <p:nvPr/>
        </p:nvSpPr>
        <p:spPr>
          <a:xfrm>
            <a:off x="586463" y="4891675"/>
            <a:ext cx="29275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9494" y="4853900"/>
            <a:ext cx="234207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Temel çalışma prensipleri nelerdir?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516" y="5269429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0"/>
                </a:moveTo>
                <a:lnTo>
                  <a:pt x="113326" y="0"/>
                </a:lnTo>
                <a:cubicBezTo>
                  <a:pt x="175914" y="0"/>
                  <a:pt x="226652" y="50738"/>
                  <a:pt x="226652" y="113326"/>
                </a:cubicBezTo>
                <a:lnTo>
                  <a:pt x="226652" y="113326"/>
                </a:lnTo>
                <a:cubicBezTo>
                  <a:pt x="226652" y="175914"/>
                  <a:pt x="175914" y="226652"/>
                  <a:pt x="113326" y="226652"/>
                </a:cubicBezTo>
                <a:lnTo>
                  <a:pt x="113326" y="226652"/>
                </a:lnTo>
                <a:cubicBezTo>
                  <a:pt x="50738" y="226652"/>
                  <a:pt x="0" y="175914"/>
                  <a:pt x="0" y="113326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2" name="Text 20"/>
          <p:cNvSpPr/>
          <p:nvPr/>
        </p:nvSpPr>
        <p:spPr>
          <a:xfrm>
            <a:off x="586463" y="5269429"/>
            <a:ext cx="29275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9494" y="5231653"/>
            <a:ext cx="243651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iyi uygulama yöntemleri nelerdir?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516" y="5647182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0"/>
                </a:moveTo>
                <a:lnTo>
                  <a:pt x="113326" y="0"/>
                </a:lnTo>
                <a:cubicBezTo>
                  <a:pt x="175914" y="0"/>
                  <a:pt x="226652" y="50738"/>
                  <a:pt x="226652" y="113326"/>
                </a:cubicBezTo>
                <a:lnTo>
                  <a:pt x="226652" y="113326"/>
                </a:lnTo>
                <a:cubicBezTo>
                  <a:pt x="226652" y="175914"/>
                  <a:pt x="175914" y="226652"/>
                  <a:pt x="113326" y="226652"/>
                </a:cubicBezTo>
                <a:lnTo>
                  <a:pt x="113326" y="226652"/>
                </a:lnTo>
                <a:cubicBezTo>
                  <a:pt x="50738" y="226652"/>
                  <a:pt x="0" y="175914"/>
                  <a:pt x="0" y="113326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5" name="Text 23"/>
          <p:cNvSpPr/>
          <p:nvPr/>
        </p:nvSpPr>
        <p:spPr>
          <a:xfrm>
            <a:off x="586463" y="5647182"/>
            <a:ext cx="29275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9494" y="5609407"/>
            <a:ext cx="2672607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Benzer açık kaynak projeler hangileridir?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516" y="6024936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0"/>
                </a:moveTo>
                <a:lnTo>
                  <a:pt x="113326" y="0"/>
                </a:lnTo>
                <a:cubicBezTo>
                  <a:pt x="175914" y="0"/>
                  <a:pt x="226652" y="50738"/>
                  <a:pt x="226652" y="113326"/>
                </a:cubicBezTo>
                <a:lnTo>
                  <a:pt x="226652" y="113326"/>
                </a:lnTo>
                <a:cubicBezTo>
                  <a:pt x="226652" y="175914"/>
                  <a:pt x="175914" y="226652"/>
                  <a:pt x="113326" y="226652"/>
                </a:cubicBezTo>
                <a:lnTo>
                  <a:pt x="113326" y="226652"/>
                </a:lnTo>
                <a:cubicBezTo>
                  <a:pt x="50738" y="226652"/>
                  <a:pt x="0" y="175914"/>
                  <a:pt x="0" y="113326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8" name="Text 26"/>
          <p:cNvSpPr/>
          <p:nvPr/>
        </p:nvSpPr>
        <p:spPr>
          <a:xfrm>
            <a:off x="586463" y="6024936"/>
            <a:ext cx="29275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9494" y="5987161"/>
            <a:ext cx="252150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Kritik yapılandırma dosyaları nelerdir?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16" y="6402690"/>
            <a:ext cx="226652" cy="226652"/>
          </a:xfrm>
          <a:custGeom>
            <a:avLst/>
            <a:gdLst/>
            <a:ahLst/>
            <a:cxnLst/>
            <a:rect l="l" t="t" r="r" b="b"/>
            <a:pathLst>
              <a:path w="226652" h="226652">
                <a:moveTo>
                  <a:pt x="113326" y="0"/>
                </a:moveTo>
                <a:lnTo>
                  <a:pt x="113326" y="0"/>
                </a:lnTo>
                <a:cubicBezTo>
                  <a:pt x="175914" y="0"/>
                  <a:pt x="226652" y="50738"/>
                  <a:pt x="226652" y="113326"/>
                </a:cubicBezTo>
                <a:lnTo>
                  <a:pt x="226652" y="113326"/>
                </a:lnTo>
                <a:cubicBezTo>
                  <a:pt x="226652" y="175914"/>
                  <a:pt x="175914" y="226652"/>
                  <a:pt x="113326" y="226652"/>
                </a:cubicBezTo>
                <a:lnTo>
                  <a:pt x="113326" y="226652"/>
                </a:lnTo>
                <a:cubicBezTo>
                  <a:pt x="50738" y="226652"/>
                  <a:pt x="0" y="175914"/>
                  <a:pt x="0" y="113326"/>
                </a:cubicBezTo>
                <a:lnTo>
                  <a:pt x="0" y="113326"/>
                </a:lnTo>
                <a:cubicBezTo>
                  <a:pt x="0" y="50738"/>
                  <a:pt x="50738" y="0"/>
                  <a:pt x="113326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1" name="Text 29"/>
          <p:cNvSpPr/>
          <p:nvPr/>
        </p:nvSpPr>
        <p:spPr>
          <a:xfrm>
            <a:off x="586463" y="6402690"/>
            <a:ext cx="29275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1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9494" y="6364914"/>
            <a:ext cx="280482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Güvenlik açısından kritik noktalar nelerdir?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5229" y="1397689"/>
            <a:ext cx="5598310" cy="4400830"/>
          </a:xfrm>
          <a:custGeom>
            <a:avLst/>
            <a:gdLst/>
            <a:ahLst/>
            <a:cxnLst/>
            <a:rect l="l" t="t" r="r" b="b"/>
            <a:pathLst>
              <a:path w="5598310" h="4400830">
                <a:moveTo>
                  <a:pt x="0" y="0"/>
                </a:moveTo>
                <a:lnTo>
                  <a:pt x="5598310" y="0"/>
                </a:lnTo>
                <a:lnTo>
                  <a:pt x="5598310" y="4400830"/>
                </a:lnTo>
                <a:lnTo>
                  <a:pt x="0" y="440083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15229" y="1397689"/>
            <a:ext cx="15110" cy="4400830"/>
          </a:xfrm>
          <a:custGeom>
            <a:avLst/>
            <a:gdLst/>
            <a:ahLst/>
            <a:cxnLst/>
            <a:rect l="l" t="t" r="r" b="b"/>
            <a:pathLst>
              <a:path w="15110" h="4400830">
                <a:moveTo>
                  <a:pt x="0" y="0"/>
                </a:moveTo>
                <a:lnTo>
                  <a:pt x="15110" y="0"/>
                </a:lnTo>
                <a:lnTo>
                  <a:pt x="15110" y="4400830"/>
                </a:lnTo>
                <a:lnTo>
                  <a:pt x="0" y="440083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63601" y="1661999"/>
            <a:ext cx="254984" cy="226652"/>
          </a:xfrm>
          <a:custGeom>
            <a:avLst/>
            <a:gdLst/>
            <a:ahLst/>
            <a:cxnLst/>
            <a:rect l="l" t="t" r="r" b="b"/>
            <a:pathLst>
              <a:path w="254984" h="226652">
                <a:moveTo>
                  <a:pt x="127492" y="-7083"/>
                </a:moveTo>
                <a:cubicBezTo>
                  <a:pt x="135327" y="-7083"/>
                  <a:pt x="141658" y="-753"/>
                  <a:pt x="141658" y="7083"/>
                </a:cubicBezTo>
                <a:lnTo>
                  <a:pt x="141658" y="15184"/>
                </a:lnTo>
                <a:cubicBezTo>
                  <a:pt x="185085" y="21381"/>
                  <a:pt x="219437" y="55733"/>
                  <a:pt x="225634" y="99160"/>
                </a:cubicBezTo>
                <a:lnTo>
                  <a:pt x="233735" y="99160"/>
                </a:lnTo>
                <a:cubicBezTo>
                  <a:pt x="241571" y="99160"/>
                  <a:pt x="247901" y="105491"/>
                  <a:pt x="247901" y="113326"/>
                </a:cubicBezTo>
                <a:cubicBezTo>
                  <a:pt x="247901" y="121162"/>
                  <a:pt x="241571" y="127492"/>
                  <a:pt x="233735" y="127492"/>
                </a:cubicBezTo>
                <a:lnTo>
                  <a:pt x="225634" y="127492"/>
                </a:lnTo>
                <a:cubicBezTo>
                  <a:pt x="219437" y="170919"/>
                  <a:pt x="185085" y="205271"/>
                  <a:pt x="141658" y="211468"/>
                </a:cubicBezTo>
                <a:lnTo>
                  <a:pt x="141658" y="219569"/>
                </a:lnTo>
                <a:cubicBezTo>
                  <a:pt x="141658" y="227405"/>
                  <a:pt x="135327" y="233735"/>
                  <a:pt x="127492" y="233735"/>
                </a:cubicBezTo>
                <a:cubicBezTo>
                  <a:pt x="119656" y="233735"/>
                  <a:pt x="113326" y="227405"/>
                  <a:pt x="113326" y="219569"/>
                </a:cubicBezTo>
                <a:lnTo>
                  <a:pt x="113326" y="211468"/>
                </a:lnTo>
                <a:cubicBezTo>
                  <a:pt x="69899" y="205271"/>
                  <a:pt x="35547" y="170919"/>
                  <a:pt x="29350" y="127492"/>
                </a:cubicBezTo>
                <a:lnTo>
                  <a:pt x="21249" y="127492"/>
                </a:lnTo>
                <a:cubicBezTo>
                  <a:pt x="13413" y="127492"/>
                  <a:pt x="7083" y="121162"/>
                  <a:pt x="7083" y="113326"/>
                </a:cubicBezTo>
                <a:cubicBezTo>
                  <a:pt x="7083" y="105491"/>
                  <a:pt x="13413" y="99160"/>
                  <a:pt x="21249" y="99160"/>
                </a:cubicBezTo>
                <a:lnTo>
                  <a:pt x="29350" y="99160"/>
                </a:lnTo>
                <a:cubicBezTo>
                  <a:pt x="35547" y="55733"/>
                  <a:pt x="69899" y="21381"/>
                  <a:pt x="113326" y="15184"/>
                </a:cubicBezTo>
                <a:lnTo>
                  <a:pt x="113326" y="7083"/>
                </a:lnTo>
                <a:cubicBezTo>
                  <a:pt x="113326" y="-753"/>
                  <a:pt x="119656" y="-7083"/>
                  <a:pt x="127492" y="-7083"/>
                </a:cubicBezTo>
                <a:close/>
                <a:moveTo>
                  <a:pt x="58080" y="127492"/>
                </a:moveTo>
                <a:cubicBezTo>
                  <a:pt x="63702" y="155248"/>
                  <a:pt x="85570" y="177116"/>
                  <a:pt x="113326" y="182738"/>
                </a:cubicBezTo>
                <a:lnTo>
                  <a:pt x="113326" y="177072"/>
                </a:lnTo>
                <a:cubicBezTo>
                  <a:pt x="113326" y="169237"/>
                  <a:pt x="119656" y="162906"/>
                  <a:pt x="127492" y="162906"/>
                </a:cubicBezTo>
                <a:cubicBezTo>
                  <a:pt x="135327" y="162906"/>
                  <a:pt x="141658" y="169237"/>
                  <a:pt x="141658" y="177072"/>
                </a:cubicBezTo>
                <a:lnTo>
                  <a:pt x="141658" y="182738"/>
                </a:lnTo>
                <a:cubicBezTo>
                  <a:pt x="169414" y="177116"/>
                  <a:pt x="191282" y="155248"/>
                  <a:pt x="196904" y="127492"/>
                </a:cubicBezTo>
                <a:lnTo>
                  <a:pt x="191238" y="127492"/>
                </a:lnTo>
                <a:cubicBezTo>
                  <a:pt x="183402" y="127492"/>
                  <a:pt x="177072" y="121162"/>
                  <a:pt x="177072" y="113326"/>
                </a:cubicBezTo>
                <a:cubicBezTo>
                  <a:pt x="177072" y="105491"/>
                  <a:pt x="183402" y="99160"/>
                  <a:pt x="191238" y="99160"/>
                </a:cubicBezTo>
                <a:lnTo>
                  <a:pt x="196904" y="99160"/>
                </a:lnTo>
                <a:cubicBezTo>
                  <a:pt x="191282" y="71404"/>
                  <a:pt x="169414" y="49536"/>
                  <a:pt x="141658" y="43914"/>
                </a:cubicBezTo>
                <a:lnTo>
                  <a:pt x="141658" y="49580"/>
                </a:lnTo>
                <a:cubicBezTo>
                  <a:pt x="141658" y="57416"/>
                  <a:pt x="135327" y="63746"/>
                  <a:pt x="127492" y="63746"/>
                </a:cubicBezTo>
                <a:cubicBezTo>
                  <a:pt x="119656" y="63746"/>
                  <a:pt x="113326" y="57416"/>
                  <a:pt x="113326" y="49580"/>
                </a:cubicBezTo>
                <a:lnTo>
                  <a:pt x="113326" y="43914"/>
                </a:lnTo>
                <a:cubicBezTo>
                  <a:pt x="85570" y="49536"/>
                  <a:pt x="63702" y="71404"/>
                  <a:pt x="58080" y="99160"/>
                </a:cubicBezTo>
                <a:lnTo>
                  <a:pt x="63746" y="99160"/>
                </a:lnTo>
                <a:cubicBezTo>
                  <a:pt x="71581" y="99160"/>
                  <a:pt x="77912" y="105491"/>
                  <a:pt x="77912" y="113326"/>
                </a:cubicBezTo>
                <a:cubicBezTo>
                  <a:pt x="77912" y="121162"/>
                  <a:pt x="71581" y="127492"/>
                  <a:pt x="63746" y="127492"/>
                </a:cubicBezTo>
                <a:lnTo>
                  <a:pt x="58080" y="127492"/>
                </a:lnTo>
                <a:close/>
                <a:moveTo>
                  <a:pt x="127492" y="92077"/>
                </a:moveTo>
                <a:cubicBezTo>
                  <a:pt x="139219" y="92077"/>
                  <a:pt x="148741" y="101599"/>
                  <a:pt x="148741" y="113326"/>
                </a:cubicBezTo>
                <a:cubicBezTo>
                  <a:pt x="148741" y="125054"/>
                  <a:pt x="139219" y="134575"/>
                  <a:pt x="127492" y="134575"/>
                </a:cubicBezTo>
                <a:cubicBezTo>
                  <a:pt x="115764" y="134575"/>
                  <a:pt x="106243" y="125054"/>
                  <a:pt x="106243" y="113326"/>
                </a:cubicBezTo>
                <a:cubicBezTo>
                  <a:pt x="106243" y="101599"/>
                  <a:pt x="115764" y="92077"/>
                  <a:pt x="127492" y="92077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46077" y="1624341"/>
            <a:ext cx="1935988" cy="302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Kapsam ve Sınırlar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9436" y="2077528"/>
            <a:ext cx="520355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52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Kapsam Dahil: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77767" y="2379731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28318" y="20688"/>
                </a:moveTo>
                <a:cubicBezTo>
                  <a:pt x="132538" y="23757"/>
                  <a:pt x="133483" y="29660"/>
                  <a:pt x="130414" y="33880"/>
                </a:cubicBezTo>
                <a:lnTo>
                  <a:pt x="54863" y="137762"/>
                </a:lnTo>
                <a:cubicBezTo>
                  <a:pt x="53240" y="140005"/>
                  <a:pt x="50731" y="141392"/>
                  <a:pt x="47957" y="141628"/>
                </a:cubicBezTo>
                <a:cubicBezTo>
                  <a:pt x="45183" y="141864"/>
                  <a:pt x="42497" y="140831"/>
                  <a:pt x="40549" y="138884"/>
                </a:cubicBezTo>
                <a:lnTo>
                  <a:pt x="2774" y="101108"/>
                </a:lnTo>
                <a:cubicBezTo>
                  <a:pt x="-915" y="97419"/>
                  <a:pt x="-915" y="91428"/>
                  <a:pt x="2774" y="87739"/>
                </a:cubicBezTo>
                <a:cubicBezTo>
                  <a:pt x="6463" y="84050"/>
                  <a:pt x="12454" y="84050"/>
                  <a:pt x="16143" y="87739"/>
                </a:cubicBezTo>
                <a:lnTo>
                  <a:pt x="46098" y="117694"/>
                </a:lnTo>
                <a:lnTo>
                  <a:pt x="115156" y="22754"/>
                </a:lnTo>
                <a:cubicBezTo>
                  <a:pt x="118225" y="18534"/>
                  <a:pt x="124127" y="17589"/>
                  <a:pt x="128348" y="20658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9" name="Text 37"/>
          <p:cNvSpPr/>
          <p:nvPr/>
        </p:nvSpPr>
        <p:spPr>
          <a:xfrm>
            <a:off x="6713863" y="2341955"/>
            <a:ext cx="3598104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 network namespace ve izolasyon mekanizmaları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77767" y="2681934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28318" y="20688"/>
                </a:moveTo>
                <a:cubicBezTo>
                  <a:pt x="132538" y="23757"/>
                  <a:pt x="133483" y="29660"/>
                  <a:pt x="130414" y="33880"/>
                </a:cubicBezTo>
                <a:lnTo>
                  <a:pt x="54863" y="137762"/>
                </a:lnTo>
                <a:cubicBezTo>
                  <a:pt x="53240" y="140005"/>
                  <a:pt x="50731" y="141392"/>
                  <a:pt x="47957" y="141628"/>
                </a:cubicBezTo>
                <a:cubicBezTo>
                  <a:pt x="45183" y="141864"/>
                  <a:pt x="42497" y="140831"/>
                  <a:pt x="40549" y="138884"/>
                </a:cubicBezTo>
                <a:lnTo>
                  <a:pt x="2774" y="101108"/>
                </a:lnTo>
                <a:cubicBezTo>
                  <a:pt x="-915" y="97419"/>
                  <a:pt x="-915" y="91428"/>
                  <a:pt x="2774" y="87739"/>
                </a:cubicBezTo>
                <a:cubicBezTo>
                  <a:pt x="6463" y="84050"/>
                  <a:pt x="12454" y="84050"/>
                  <a:pt x="16143" y="87739"/>
                </a:cubicBezTo>
                <a:lnTo>
                  <a:pt x="46098" y="117694"/>
                </a:lnTo>
                <a:lnTo>
                  <a:pt x="115156" y="22754"/>
                </a:lnTo>
                <a:cubicBezTo>
                  <a:pt x="118225" y="18534"/>
                  <a:pt x="124127" y="17589"/>
                  <a:pt x="128348" y="20658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1" name="Text 39"/>
          <p:cNvSpPr/>
          <p:nvPr/>
        </p:nvSpPr>
        <p:spPr>
          <a:xfrm>
            <a:off x="6713863" y="2644158"/>
            <a:ext cx="257816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iproute2 utils paketi ve modern araçlar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77767" y="2984136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28318" y="20688"/>
                </a:moveTo>
                <a:cubicBezTo>
                  <a:pt x="132538" y="23757"/>
                  <a:pt x="133483" y="29660"/>
                  <a:pt x="130414" y="33880"/>
                </a:cubicBezTo>
                <a:lnTo>
                  <a:pt x="54863" y="137762"/>
                </a:lnTo>
                <a:cubicBezTo>
                  <a:pt x="53240" y="140005"/>
                  <a:pt x="50731" y="141392"/>
                  <a:pt x="47957" y="141628"/>
                </a:cubicBezTo>
                <a:cubicBezTo>
                  <a:pt x="45183" y="141864"/>
                  <a:pt x="42497" y="140831"/>
                  <a:pt x="40549" y="138884"/>
                </a:cubicBezTo>
                <a:lnTo>
                  <a:pt x="2774" y="101108"/>
                </a:lnTo>
                <a:cubicBezTo>
                  <a:pt x="-915" y="97419"/>
                  <a:pt x="-915" y="91428"/>
                  <a:pt x="2774" y="87739"/>
                </a:cubicBezTo>
                <a:cubicBezTo>
                  <a:pt x="6463" y="84050"/>
                  <a:pt x="12454" y="84050"/>
                  <a:pt x="16143" y="87739"/>
                </a:cubicBezTo>
                <a:lnTo>
                  <a:pt x="46098" y="117694"/>
                </a:lnTo>
                <a:lnTo>
                  <a:pt x="115156" y="22754"/>
                </a:lnTo>
                <a:cubicBezTo>
                  <a:pt x="118225" y="18534"/>
                  <a:pt x="124127" y="17589"/>
                  <a:pt x="128348" y="20658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3" name="Text 41"/>
          <p:cNvSpPr/>
          <p:nvPr/>
        </p:nvSpPr>
        <p:spPr>
          <a:xfrm>
            <a:off x="6713863" y="2946361"/>
            <a:ext cx="2880372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TCP/IP stack tuning ve kernel parametreleri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77767" y="3286339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28318" y="20688"/>
                </a:moveTo>
                <a:cubicBezTo>
                  <a:pt x="132538" y="23757"/>
                  <a:pt x="133483" y="29660"/>
                  <a:pt x="130414" y="33880"/>
                </a:cubicBezTo>
                <a:lnTo>
                  <a:pt x="54863" y="137762"/>
                </a:lnTo>
                <a:cubicBezTo>
                  <a:pt x="53240" y="140005"/>
                  <a:pt x="50731" y="141392"/>
                  <a:pt x="47957" y="141628"/>
                </a:cubicBezTo>
                <a:cubicBezTo>
                  <a:pt x="45183" y="141864"/>
                  <a:pt x="42497" y="140831"/>
                  <a:pt x="40549" y="138884"/>
                </a:cubicBezTo>
                <a:lnTo>
                  <a:pt x="2774" y="101108"/>
                </a:lnTo>
                <a:cubicBezTo>
                  <a:pt x="-915" y="97419"/>
                  <a:pt x="-915" y="91428"/>
                  <a:pt x="2774" y="87739"/>
                </a:cubicBezTo>
                <a:cubicBezTo>
                  <a:pt x="6463" y="84050"/>
                  <a:pt x="12454" y="84050"/>
                  <a:pt x="16143" y="87739"/>
                </a:cubicBezTo>
                <a:lnTo>
                  <a:pt x="46098" y="117694"/>
                </a:lnTo>
                <a:lnTo>
                  <a:pt x="115156" y="22754"/>
                </a:lnTo>
                <a:cubicBezTo>
                  <a:pt x="118225" y="18534"/>
                  <a:pt x="124127" y="17589"/>
                  <a:pt x="128348" y="20658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5" name="Text 43"/>
          <p:cNvSpPr/>
          <p:nvPr/>
        </p:nvSpPr>
        <p:spPr>
          <a:xfrm>
            <a:off x="6713863" y="3248564"/>
            <a:ext cx="2889816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güvenliği ve hardening yöntemleri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77767" y="3588542"/>
            <a:ext cx="132214" cy="151101"/>
          </a:xfrm>
          <a:custGeom>
            <a:avLst/>
            <a:gdLst/>
            <a:ahLst/>
            <a:cxnLst/>
            <a:rect l="l" t="t" r="r" b="b"/>
            <a:pathLst>
              <a:path w="132214" h="151101">
                <a:moveTo>
                  <a:pt x="128318" y="20688"/>
                </a:moveTo>
                <a:cubicBezTo>
                  <a:pt x="132538" y="23757"/>
                  <a:pt x="133483" y="29660"/>
                  <a:pt x="130414" y="33880"/>
                </a:cubicBezTo>
                <a:lnTo>
                  <a:pt x="54863" y="137762"/>
                </a:lnTo>
                <a:cubicBezTo>
                  <a:pt x="53240" y="140005"/>
                  <a:pt x="50731" y="141392"/>
                  <a:pt x="47957" y="141628"/>
                </a:cubicBezTo>
                <a:cubicBezTo>
                  <a:pt x="45183" y="141864"/>
                  <a:pt x="42497" y="140831"/>
                  <a:pt x="40549" y="138884"/>
                </a:cubicBezTo>
                <a:lnTo>
                  <a:pt x="2774" y="101108"/>
                </a:lnTo>
                <a:cubicBezTo>
                  <a:pt x="-915" y="97419"/>
                  <a:pt x="-915" y="91428"/>
                  <a:pt x="2774" y="87739"/>
                </a:cubicBezTo>
                <a:cubicBezTo>
                  <a:pt x="6463" y="84050"/>
                  <a:pt x="12454" y="84050"/>
                  <a:pt x="16143" y="87739"/>
                </a:cubicBezTo>
                <a:lnTo>
                  <a:pt x="46098" y="117694"/>
                </a:lnTo>
                <a:lnTo>
                  <a:pt x="115156" y="22754"/>
                </a:lnTo>
                <a:cubicBezTo>
                  <a:pt x="118225" y="18534"/>
                  <a:pt x="124127" y="17589"/>
                  <a:pt x="128348" y="20658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7" name="Text 45"/>
          <p:cNvSpPr/>
          <p:nvPr/>
        </p:nvSpPr>
        <p:spPr>
          <a:xfrm>
            <a:off x="6713863" y="3550767"/>
            <a:ext cx="2578169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Açık kaynak network yönetim projeleri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49436" y="3928521"/>
            <a:ext cx="5203557" cy="188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1" b="1" spc="52" kern="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Kapsam Dışı: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87211" y="4230724"/>
            <a:ext cx="113326" cy="151101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16261" y="21662"/>
                </a:moveTo>
                <a:cubicBezTo>
                  <a:pt x="12572" y="17973"/>
                  <a:pt x="6581" y="17973"/>
                  <a:pt x="2892" y="21662"/>
                </a:cubicBezTo>
                <a:cubicBezTo>
                  <a:pt x="-797" y="25351"/>
                  <a:pt x="-797" y="31342"/>
                  <a:pt x="2892" y="35031"/>
                </a:cubicBezTo>
                <a:lnTo>
                  <a:pt x="43442" y="75551"/>
                </a:lnTo>
                <a:lnTo>
                  <a:pt x="2922" y="116100"/>
                </a:lnTo>
                <a:cubicBezTo>
                  <a:pt x="-767" y="119789"/>
                  <a:pt x="-767" y="125780"/>
                  <a:pt x="2922" y="129469"/>
                </a:cubicBezTo>
                <a:cubicBezTo>
                  <a:pt x="6611" y="133158"/>
                  <a:pt x="12602" y="133158"/>
                  <a:pt x="16291" y="129469"/>
                </a:cubicBezTo>
                <a:lnTo>
                  <a:pt x="56811" y="88920"/>
                </a:lnTo>
                <a:lnTo>
                  <a:pt x="97360" y="129440"/>
                </a:lnTo>
                <a:cubicBezTo>
                  <a:pt x="101049" y="133129"/>
                  <a:pt x="107040" y="133129"/>
                  <a:pt x="110729" y="129440"/>
                </a:cubicBezTo>
                <a:cubicBezTo>
                  <a:pt x="114418" y="125751"/>
                  <a:pt x="114418" y="119760"/>
                  <a:pt x="110729" y="116071"/>
                </a:cubicBezTo>
                <a:lnTo>
                  <a:pt x="70180" y="75551"/>
                </a:lnTo>
                <a:lnTo>
                  <a:pt x="110700" y="35001"/>
                </a:lnTo>
                <a:cubicBezTo>
                  <a:pt x="114389" y="31312"/>
                  <a:pt x="114389" y="25321"/>
                  <a:pt x="110700" y="21632"/>
                </a:cubicBezTo>
                <a:cubicBezTo>
                  <a:pt x="107011" y="17943"/>
                  <a:pt x="101020" y="17943"/>
                  <a:pt x="97331" y="21632"/>
                </a:cubicBezTo>
                <a:lnTo>
                  <a:pt x="56811" y="62182"/>
                </a:lnTo>
                <a:lnTo>
                  <a:pt x="16261" y="21662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50" name="Text 48"/>
          <p:cNvSpPr/>
          <p:nvPr/>
        </p:nvSpPr>
        <p:spPr>
          <a:xfrm>
            <a:off x="6713863" y="4192948"/>
            <a:ext cx="2483730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Windows-tabanlı network çözümleri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87211" y="4532927"/>
            <a:ext cx="113326" cy="151101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16261" y="21662"/>
                </a:moveTo>
                <a:cubicBezTo>
                  <a:pt x="12572" y="17973"/>
                  <a:pt x="6581" y="17973"/>
                  <a:pt x="2892" y="21662"/>
                </a:cubicBezTo>
                <a:cubicBezTo>
                  <a:pt x="-797" y="25351"/>
                  <a:pt x="-797" y="31342"/>
                  <a:pt x="2892" y="35031"/>
                </a:cubicBezTo>
                <a:lnTo>
                  <a:pt x="43442" y="75551"/>
                </a:lnTo>
                <a:lnTo>
                  <a:pt x="2922" y="116100"/>
                </a:lnTo>
                <a:cubicBezTo>
                  <a:pt x="-767" y="119789"/>
                  <a:pt x="-767" y="125780"/>
                  <a:pt x="2922" y="129469"/>
                </a:cubicBezTo>
                <a:cubicBezTo>
                  <a:pt x="6611" y="133158"/>
                  <a:pt x="12602" y="133158"/>
                  <a:pt x="16291" y="129469"/>
                </a:cubicBezTo>
                <a:lnTo>
                  <a:pt x="56811" y="88920"/>
                </a:lnTo>
                <a:lnTo>
                  <a:pt x="97360" y="129440"/>
                </a:lnTo>
                <a:cubicBezTo>
                  <a:pt x="101049" y="133129"/>
                  <a:pt x="107040" y="133129"/>
                  <a:pt x="110729" y="129440"/>
                </a:cubicBezTo>
                <a:cubicBezTo>
                  <a:pt x="114418" y="125751"/>
                  <a:pt x="114418" y="119760"/>
                  <a:pt x="110729" y="116071"/>
                </a:cubicBezTo>
                <a:lnTo>
                  <a:pt x="70180" y="75551"/>
                </a:lnTo>
                <a:lnTo>
                  <a:pt x="110700" y="35001"/>
                </a:lnTo>
                <a:cubicBezTo>
                  <a:pt x="114389" y="31312"/>
                  <a:pt x="114389" y="25321"/>
                  <a:pt x="110700" y="21632"/>
                </a:cubicBezTo>
                <a:cubicBezTo>
                  <a:pt x="107011" y="17943"/>
                  <a:pt x="101020" y="17943"/>
                  <a:pt x="97331" y="21632"/>
                </a:cubicBezTo>
                <a:lnTo>
                  <a:pt x="56811" y="62182"/>
                </a:lnTo>
                <a:lnTo>
                  <a:pt x="16261" y="21662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52" name="Text 50"/>
          <p:cNvSpPr/>
          <p:nvPr/>
        </p:nvSpPr>
        <p:spPr>
          <a:xfrm>
            <a:off x="6713863" y="4495151"/>
            <a:ext cx="2559281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Ticari (proprietary) network yazılımları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87211" y="4835130"/>
            <a:ext cx="113326" cy="151101"/>
          </a:xfrm>
          <a:custGeom>
            <a:avLst/>
            <a:gdLst/>
            <a:ahLst/>
            <a:cxnLst/>
            <a:rect l="l" t="t" r="r" b="b"/>
            <a:pathLst>
              <a:path w="113326" h="151101">
                <a:moveTo>
                  <a:pt x="16261" y="21662"/>
                </a:moveTo>
                <a:cubicBezTo>
                  <a:pt x="12572" y="17973"/>
                  <a:pt x="6581" y="17973"/>
                  <a:pt x="2892" y="21662"/>
                </a:cubicBezTo>
                <a:cubicBezTo>
                  <a:pt x="-797" y="25351"/>
                  <a:pt x="-797" y="31342"/>
                  <a:pt x="2892" y="35031"/>
                </a:cubicBezTo>
                <a:lnTo>
                  <a:pt x="43442" y="75551"/>
                </a:lnTo>
                <a:lnTo>
                  <a:pt x="2922" y="116100"/>
                </a:lnTo>
                <a:cubicBezTo>
                  <a:pt x="-767" y="119789"/>
                  <a:pt x="-767" y="125780"/>
                  <a:pt x="2922" y="129469"/>
                </a:cubicBezTo>
                <a:cubicBezTo>
                  <a:pt x="6611" y="133158"/>
                  <a:pt x="12602" y="133158"/>
                  <a:pt x="16291" y="129469"/>
                </a:cubicBezTo>
                <a:lnTo>
                  <a:pt x="56811" y="88920"/>
                </a:lnTo>
                <a:lnTo>
                  <a:pt x="97360" y="129440"/>
                </a:lnTo>
                <a:cubicBezTo>
                  <a:pt x="101049" y="133129"/>
                  <a:pt x="107040" y="133129"/>
                  <a:pt x="110729" y="129440"/>
                </a:cubicBezTo>
                <a:cubicBezTo>
                  <a:pt x="114418" y="125751"/>
                  <a:pt x="114418" y="119760"/>
                  <a:pt x="110729" y="116071"/>
                </a:cubicBezTo>
                <a:lnTo>
                  <a:pt x="70180" y="75551"/>
                </a:lnTo>
                <a:lnTo>
                  <a:pt x="110700" y="35001"/>
                </a:lnTo>
                <a:cubicBezTo>
                  <a:pt x="114389" y="31312"/>
                  <a:pt x="114389" y="25321"/>
                  <a:pt x="110700" y="21632"/>
                </a:cubicBezTo>
                <a:cubicBezTo>
                  <a:pt x="107011" y="17943"/>
                  <a:pt x="101020" y="17943"/>
                  <a:pt x="97331" y="21632"/>
                </a:cubicBezTo>
                <a:lnTo>
                  <a:pt x="56811" y="62182"/>
                </a:lnTo>
                <a:lnTo>
                  <a:pt x="16261" y="21662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54" name="Text 52"/>
          <p:cNvSpPr/>
          <p:nvPr/>
        </p:nvSpPr>
        <p:spPr>
          <a:xfrm>
            <a:off x="6713863" y="4797354"/>
            <a:ext cx="2937035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Fiziksel network ekipmanları (router, switch)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15229" y="5987161"/>
            <a:ext cx="5598310" cy="868833"/>
          </a:xfrm>
          <a:custGeom>
            <a:avLst/>
            <a:gdLst/>
            <a:ahLst/>
            <a:cxnLst/>
            <a:rect l="l" t="t" r="r" b="b"/>
            <a:pathLst>
              <a:path w="5598310" h="868833">
                <a:moveTo>
                  <a:pt x="0" y="0"/>
                </a:moveTo>
                <a:lnTo>
                  <a:pt x="5598310" y="0"/>
                </a:lnTo>
                <a:lnTo>
                  <a:pt x="5598310" y="868833"/>
                </a:lnTo>
                <a:lnTo>
                  <a:pt x="0" y="868833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15229" y="5987161"/>
            <a:ext cx="15110" cy="868833"/>
          </a:xfrm>
          <a:custGeom>
            <a:avLst/>
            <a:gdLst/>
            <a:ahLst/>
            <a:cxnLst/>
            <a:rect l="l" t="t" r="r" b="b"/>
            <a:pathLst>
              <a:path w="15110" h="868833">
                <a:moveTo>
                  <a:pt x="0" y="0"/>
                </a:moveTo>
                <a:lnTo>
                  <a:pt x="15110" y="0"/>
                </a:lnTo>
                <a:lnTo>
                  <a:pt x="15110" y="868833"/>
                </a:lnTo>
                <a:lnTo>
                  <a:pt x="0" y="868833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7" name="Shape 55"/>
          <p:cNvSpPr/>
          <p:nvPr/>
        </p:nvSpPr>
        <p:spPr>
          <a:xfrm>
            <a:off x="6447075" y="6213813"/>
            <a:ext cx="165267" cy="188877"/>
          </a:xfrm>
          <a:custGeom>
            <a:avLst/>
            <a:gdLst/>
            <a:ahLst/>
            <a:cxnLst/>
            <a:rect l="l" t="t" r="r" b="b"/>
            <a:pathLst>
              <a:path w="165267" h="188877">
                <a:moveTo>
                  <a:pt x="47219" y="0"/>
                </a:moveTo>
                <a:cubicBezTo>
                  <a:pt x="53749" y="0"/>
                  <a:pt x="59024" y="5275"/>
                  <a:pt x="59024" y="11805"/>
                </a:cubicBezTo>
                <a:lnTo>
                  <a:pt x="59024" y="23610"/>
                </a:lnTo>
                <a:lnTo>
                  <a:pt x="106243" y="23610"/>
                </a:lnTo>
                <a:lnTo>
                  <a:pt x="106243" y="11805"/>
                </a:lnTo>
                <a:cubicBezTo>
                  <a:pt x="106243" y="5275"/>
                  <a:pt x="111518" y="0"/>
                  <a:pt x="118048" y="0"/>
                </a:cubicBezTo>
                <a:cubicBezTo>
                  <a:pt x="124578" y="0"/>
                  <a:pt x="129853" y="5275"/>
                  <a:pt x="129853" y="11805"/>
                </a:cubicBezTo>
                <a:lnTo>
                  <a:pt x="129853" y="23610"/>
                </a:lnTo>
                <a:lnTo>
                  <a:pt x="141658" y="23610"/>
                </a:lnTo>
                <a:cubicBezTo>
                  <a:pt x="154680" y="23610"/>
                  <a:pt x="165267" y="34197"/>
                  <a:pt x="165267" y="47219"/>
                </a:cubicBezTo>
                <a:lnTo>
                  <a:pt x="165267" y="153462"/>
                </a:lnTo>
                <a:cubicBezTo>
                  <a:pt x="165267" y="166485"/>
                  <a:pt x="154680" y="177072"/>
                  <a:pt x="141658" y="177072"/>
                </a:cubicBezTo>
                <a:lnTo>
                  <a:pt x="23610" y="177072"/>
                </a:lnTo>
                <a:cubicBezTo>
                  <a:pt x="10587" y="177072"/>
                  <a:pt x="0" y="166485"/>
                  <a:pt x="0" y="153462"/>
                </a:cubicBezTo>
                <a:lnTo>
                  <a:pt x="0" y="47219"/>
                </a:lnTo>
                <a:cubicBezTo>
                  <a:pt x="0" y="34197"/>
                  <a:pt x="10587" y="23610"/>
                  <a:pt x="23610" y="23610"/>
                </a:cubicBezTo>
                <a:lnTo>
                  <a:pt x="35414" y="23610"/>
                </a:lnTo>
                <a:lnTo>
                  <a:pt x="35414" y="11805"/>
                </a:lnTo>
                <a:cubicBezTo>
                  <a:pt x="35414" y="5275"/>
                  <a:pt x="40690" y="0"/>
                  <a:pt x="47219" y="0"/>
                </a:cubicBezTo>
                <a:close/>
                <a:moveTo>
                  <a:pt x="23610" y="88536"/>
                </a:moveTo>
                <a:lnTo>
                  <a:pt x="23610" y="100341"/>
                </a:lnTo>
                <a:cubicBezTo>
                  <a:pt x="23610" y="103587"/>
                  <a:pt x="26266" y="106243"/>
                  <a:pt x="29512" y="106243"/>
                </a:cubicBezTo>
                <a:lnTo>
                  <a:pt x="41317" y="106243"/>
                </a:lnTo>
                <a:cubicBezTo>
                  <a:pt x="44563" y="106243"/>
                  <a:pt x="47219" y="103587"/>
                  <a:pt x="47219" y="100341"/>
                </a:cubicBezTo>
                <a:lnTo>
                  <a:pt x="47219" y="88536"/>
                </a:lnTo>
                <a:cubicBezTo>
                  <a:pt x="47219" y="85290"/>
                  <a:pt x="44563" y="82634"/>
                  <a:pt x="41317" y="82634"/>
                </a:cubicBezTo>
                <a:lnTo>
                  <a:pt x="29512" y="82634"/>
                </a:lnTo>
                <a:cubicBezTo>
                  <a:pt x="26266" y="82634"/>
                  <a:pt x="23610" y="85290"/>
                  <a:pt x="23610" y="88536"/>
                </a:cubicBezTo>
                <a:close/>
                <a:moveTo>
                  <a:pt x="70829" y="88536"/>
                </a:moveTo>
                <a:lnTo>
                  <a:pt x="70829" y="100341"/>
                </a:lnTo>
                <a:cubicBezTo>
                  <a:pt x="70829" y="103587"/>
                  <a:pt x="73485" y="106243"/>
                  <a:pt x="76731" y="106243"/>
                </a:cubicBezTo>
                <a:lnTo>
                  <a:pt x="88536" y="106243"/>
                </a:lnTo>
                <a:cubicBezTo>
                  <a:pt x="91782" y="106243"/>
                  <a:pt x="94438" y="103587"/>
                  <a:pt x="94438" y="100341"/>
                </a:cubicBezTo>
                <a:lnTo>
                  <a:pt x="94438" y="88536"/>
                </a:lnTo>
                <a:cubicBezTo>
                  <a:pt x="94438" y="85290"/>
                  <a:pt x="91782" y="82634"/>
                  <a:pt x="88536" y="82634"/>
                </a:cubicBezTo>
                <a:lnTo>
                  <a:pt x="76731" y="82634"/>
                </a:lnTo>
                <a:cubicBezTo>
                  <a:pt x="73485" y="82634"/>
                  <a:pt x="70829" y="85290"/>
                  <a:pt x="70829" y="88536"/>
                </a:cubicBezTo>
                <a:close/>
                <a:moveTo>
                  <a:pt x="123950" y="82634"/>
                </a:moveTo>
                <a:cubicBezTo>
                  <a:pt x="120704" y="82634"/>
                  <a:pt x="118048" y="85290"/>
                  <a:pt x="118048" y="88536"/>
                </a:cubicBezTo>
                <a:lnTo>
                  <a:pt x="118048" y="100341"/>
                </a:lnTo>
                <a:cubicBezTo>
                  <a:pt x="118048" y="103587"/>
                  <a:pt x="120704" y="106243"/>
                  <a:pt x="123950" y="106243"/>
                </a:cubicBezTo>
                <a:lnTo>
                  <a:pt x="135755" y="106243"/>
                </a:lnTo>
                <a:cubicBezTo>
                  <a:pt x="139002" y="106243"/>
                  <a:pt x="141658" y="103587"/>
                  <a:pt x="141658" y="100341"/>
                </a:cubicBezTo>
                <a:lnTo>
                  <a:pt x="141658" y="88536"/>
                </a:lnTo>
                <a:cubicBezTo>
                  <a:pt x="141658" y="85290"/>
                  <a:pt x="139002" y="82634"/>
                  <a:pt x="135755" y="82634"/>
                </a:cubicBezTo>
                <a:lnTo>
                  <a:pt x="123950" y="82634"/>
                </a:lnTo>
                <a:close/>
                <a:moveTo>
                  <a:pt x="23610" y="135755"/>
                </a:moveTo>
                <a:lnTo>
                  <a:pt x="23610" y="147560"/>
                </a:lnTo>
                <a:cubicBezTo>
                  <a:pt x="23610" y="150806"/>
                  <a:pt x="26266" y="153462"/>
                  <a:pt x="29512" y="153462"/>
                </a:cubicBezTo>
                <a:lnTo>
                  <a:pt x="41317" y="153462"/>
                </a:lnTo>
                <a:cubicBezTo>
                  <a:pt x="44563" y="153462"/>
                  <a:pt x="47219" y="150806"/>
                  <a:pt x="47219" y="147560"/>
                </a:cubicBezTo>
                <a:lnTo>
                  <a:pt x="47219" y="135755"/>
                </a:lnTo>
                <a:cubicBezTo>
                  <a:pt x="47219" y="132509"/>
                  <a:pt x="44563" y="129853"/>
                  <a:pt x="41317" y="129853"/>
                </a:cubicBezTo>
                <a:lnTo>
                  <a:pt x="29512" y="129853"/>
                </a:lnTo>
                <a:cubicBezTo>
                  <a:pt x="26266" y="129853"/>
                  <a:pt x="23610" y="132509"/>
                  <a:pt x="23610" y="135755"/>
                </a:cubicBezTo>
                <a:close/>
                <a:moveTo>
                  <a:pt x="76731" y="129853"/>
                </a:moveTo>
                <a:cubicBezTo>
                  <a:pt x="73485" y="129853"/>
                  <a:pt x="70829" y="132509"/>
                  <a:pt x="70829" y="135755"/>
                </a:cubicBezTo>
                <a:lnTo>
                  <a:pt x="70829" y="147560"/>
                </a:lnTo>
                <a:cubicBezTo>
                  <a:pt x="70829" y="150806"/>
                  <a:pt x="73485" y="153462"/>
                  <a:pt x="76731" y="153462"/>
                </a:cubicBezTo>
                <a:lnTo>
                  <a:pt x="88536" y="153462"/>
                </a:lnTo>
                <a:cubicBezTo>
                  <a:pt x="91782" y="153462"/>
                  <a:pt x="94438" y="150806"/>
                  <a:pt x="94438" y="147560"/>
                </a:cubicBezTo>
                <a:lnTo>
                  <a:pt x="94438" y="135755"/>
                </a:lnTo>
                <a:cubicBezTo>
                  <a:pt x="94438" y="132509"/>
                  <a:pt x="91782" y="129853"/>
                  <a:pt x="88536" y="129853"/>
                </a:cubicBezTo>
                <a:lnTo>
                  <a:pt x="76731" y="129853"/>
                </a:lnTo>
                <a:close/>
                <a:moveTo>
                  <a:pt x="118048" y="135755"/>
                </a:moveTo>
                <a:lnTo>
                  <a:pt x="118048" y="147560"/>
                </a:lnTo>
                <a:cubicBezTo>
                  <a:pt x="118048" y="150806"/>
                  <a:pt x="120704" y="153462"/>
                  <a:pt x="123950" y="153462"/>
                </a:cubicBezTo>
                <a:lnTo>
                  <a:pt x="135755" y="153462"/>
                </a:lnTo>
                <a:cubicBezTo>
                  <a:pt x="139002" y="153462"/>
                  <a:pt x="141658" y="150806"/>
                  <a:pt x="141658" y="147560"/>
                </a:cubicBezTo>
                <a:lnTo>
                  <a:pt x="141658" y="135755"/>
                </a:lnTo>
                <a:cubicBezTo>
                  <a:pt x="141658" y="132509"/>
                  <a:pt x="139002" y="129853"/>
                  <a:pt x="135755" y="129853"/>
                </a:cubicBezTo>
                <a:lnTo>
                  <a:pt x="123950" y="129853"/>
                </a:lnTo>
                <a:cubicBezTo>
                  <a:pt x="120704" y="129853"/>
                  <a:pt x="118048" y="132509"/>
                  <a:pt x="118048" y="135755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8" name="Text 56"/>
          <p:cNvSpPr/>
          <p:nvPr/>
        </p:nvSpPr>
        <p:spPr>
          <a:xfrm>
            <a:off x="6761082" y="6176037"/>
            <a:ext cx="433472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Zaman Çerçevesi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61082" y="6440465"/>
            <a:ext cx="4334723" cy="226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2024-2026 dönemindeki güncel teknolojiler ve en iyi uygulamalar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sets.visme.co/2573df98e6e9bab7ff7f01ec57b22981e32af4b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6731" b="673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932146"/>
            <a:ext cx="1188720" cy="350520"/>
          </a:xfrm>
          <a:custGeom>
            <a:avLst/>
            <a:gdLst/>
            <a:ahLst/>
            <a:cxnLst/>
            <a:rect l="l" t="t" r="r" b="b"/>
            <a:pathLst>
              <a:path w="1188720" h="350520">
                <a:moveTo>
                  <a:pt x="38102" y="0"/>
                </a:moveTo>
                <a:lnTo>
                  <a:pt x="1150618" y="0"/>
                </a:lnTo>
                <a:cubicBezTo>
                  <a:pt x="1171661" y="0"/>
                  <a:pt x="1188720" y="17059"/>
                  <a:pt x="1188720" y="38102"/>
                </a:cubicBezTo>
                <a:lnTo>
                  <a:pt x="1188720" y="312418"/>
                </a:lnTo>
                <a:cubicBezTo>
                  <a:pt x="1188720" y="333461"/>
                  <a:pt x="1171661" y="350520"/>
                  <a:pt x="1150618" y="350520"/>
                </a:cubicBezTo>
                <a:lnTo>
                  <a:pt x="38102" y="350520"/>
                </a:lnTo>
                <a:cubicBezTo>
                  <a:pt x="17059" y="350520"/>
                  <a:pt x="0" y="333461"/>
                  <a:pt x="0" y="3124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C7E9A">
              <a:alpha val="20000"/>
            </a:srgbClr>
          </a:solidFill>
          <a:ln w="10160">
            <a:solidFill>
              <a:srgbClr val="4C7E9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974056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15077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Temel Çalışma Prensipleri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58077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000977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 network helper'ın altında yatan teknolojiler ve çalışma mekanizmaları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02 · Çalışma Prensipleri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Namespace ve İzolasyon Mekanizması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371600"/>
            <a:ext cx="6770370" cy="2647950"/>
          </a:xfrm>
          <a:custGeom>
            <a:avLst/>
            <a:gdLst/>
            <a:ahLst/>
            <a:cxnLst/>
            <a:rect l="l" t="t" r="r" b="b"/>
            <a:pathLst>
              <a:path w="6770370" h="2647950">
                <a:moveTo>
                  <a:pt x="0" y="0"/>
                </a:moveTo>
                <a:lnTo>
                  <a:pt x="6770370" y="0"/>
                </a:lnTo>
                <a:lnTo>
                  <a:pt x="6770370" y="2647950"/>
                </a:lnTo>
                <a:lnTo>
                  <a:pt x="0" y="264795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" y="1371600"/>
            <a:ext cx="15240" cy="2647950"/>
          </a:xfrm>
          <a:custGeom>
            <a:avLst/>
            <a:gdLst/>
            <a:ahLst/>
            <a:cxnLst/>
            <a:rect l="l" t="t" r="r" b="b"/>
            <a:pathLst>
              <a:path w="15240" h="2647950">
                <a:moveTo>
                  <a:pt x="0" y="0"/>
                </a:moveTo>
                <a:lnTo>
                  <a:pt x="15240" y="0"/>
                </a:lnTo>
                <a:lnTo>
                  <a:pt x="15240" y="2647950"/>
                </a:lnTo>
                <a:lnTo>
                  <a:pt x="0" y="264795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86740" y="1562100"/>
            <a:ext cx="647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Namespace Nedir?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6740" y="1943100"/>
            <a:ext cx="6457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 network namespace,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izole edilmiş network stack'leri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oluşturmak için kullanılan kernel seviyesinde bir sanallaştırma teknolojisidir. Her namespace kendi network interface'lerine, routing tablosuna, firewall kurallarına ve network cihazlarına sahiptir.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6740" y="2800352"/>
            <a:ext cx="6381750" cy="1028700"/>
          </a:xfrm>
          <a:custGeom>
            <a:avLst/>
            <a:gdLst/>
            <a:ahLst/>
            <a:cxnLst/>
            <a:rect l="l" t="t" r="r" b="b"/>
            <a:pathLst>
              <a:path w="6381750" h="1028700">
                <a:moveTo>
                  <a:pt x="0" y="0"/>
                </a:moveTo>
                <a:lnTo>
                  <a:pt x="6381750" y="0"/>
                </a:lnTo>
                <a:lnTo>
                  <a:pt x="638175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9140" y="2952752"/>
            <a:ext cx="614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Temel Özellikler: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9140" y="327660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2" name="Text 10"/>
          <p:cNvSpPr/>
          <p:nvPr/>
        </p:nvSpPr>
        <p:spPr>
          <a:xfrm>
            <a:off x="891540" y="3219452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İzole network stack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7620" y="327660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4" name="Text 12"/>
          <p:cNvSpPr/>
          <p:nvPr/>
        </p:nvSpPr>
        <p:spPr>
          <a:xfrm>
            <a:off x="3970020" y="3219452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Ayrı routing tablosu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9140" y="354330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6" name="Text 14"/>
          <p:cNvSpPr/>
          <p:nvPr/>
        </p:nvSpPr>
        <p:spPr>
          <a:xfrm>
            <a:off x="891540" y="3486152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Özel firewall kuralları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17620" y="354330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8" name="Text 16"/>
          <p:cNvSpPr/>
          <p:nvPr/>
        </p:nvSpPr>
        <p:spPr>
          <a:xfrm>
            <a:off x="3970020" y="3486152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izolasyonu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8620" y="4171952"/>
            <a:ext cx="6770370" cy="2667000"/>
          </a:xfrm>
          <a:custGeom>
            <a:avLst/>
            <a:gdLst/>
            <a:ahLst/>
            <a:cxnLst/>
            <a:rect l="l" t="t" r="r" b="b"/>
            <a:pathLst>
              <a:path w="6770370" h="2667000">
                <a:moveTo>
                  <a:pt x="0" y="0"/>
                </a:moveTo>
                <a:lnTo>
                  <a:pt x="6770370" y="0"/>
                </a:lnTo>
                <a:lnTo>
                  <a:pt x="677037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8620" y="4171952"/>
            <a:ext cx="15240" cy="2667000"/>
          </a:xfrm>
          <a:custGeom>
            <a:avLst/>
            <a:gdLst/>
            <a:ahLst/>
            <a:cxnLst/>
            <a:rect l="l" t="t" r="r" b="b"/>
            <a:pathLst>
              <a:path w="15240" h="2667000">
                <a:moveTo>
                  <a:pt x="0" y="0"/>
                </a:moveTo>
                <a:lnTo>
                  <a:pt x="15240" y="0"/>
                </a:lnTo>
                <a:lnTo>
                  <a:pt x="15240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21" name="Text 19"/>
          <p:cNvSpPr/>
          <p:nvPr/>
        </p:nvSpPr>
        <p:spPr>
          <a:xfrm>
            <a:off x="586740" y="4362452"/>
            <a:ext cx="647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netns Komutları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6740" y="4743452"/>
            <a:ext cx="6381750" cy="419100"/>
          </a:xfrm>
          <a:custGeom>
            <a:avLst/>
            <a:gdLst/>
            <a:ahLst/>
            <a:cxnLst/>
            <a:rect l="l" t="t" r="r" b="b"/>
            <a:pathLst>
              <a:path w="6381750" h="419100">
                <a:moveTo>
                  <a:pt x="0" y="0"/>
                </a:moveTo>
                <a:lnTo>
                  <a:pt x="6381750" y="0"/>
                </a:lnTo>
                <a:lnTo>
                  <a:pt x="63817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86740" y="4743452"/>
            <a:ext cx="6448425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ip netns add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6740" y="5238752"/>
            <a:ext cx="6381750" cy="419100"/>
          </a:xfrm>
          <a:custGeom>
            <a:avLst/>
            <a:gdLst/>
            <a:ahLst/>
            <a:cxnLst/>
            <a:rect l="l" t="t" r="r" b="b"/>
            <a:pathLst>
              <a:path w="6381750" h="419100">
                <a:moveTo>
                  <a:pt x="0" y="0"/>
                </a:moveTo>
                <a:lnTo>
                  <a:pt x="6381750" y="0"/>
                </a:lnTo>
                <a:lnTo>
                  <a:pt x="63817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6740" y="5238752"/>
            <a:ext cx="6448425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ip netns list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6740" y="5734052"/>
            <a:ext cx="6381750" cy="419100"/>
          </a:xfrm>
          <a:custGeom>
            <a:avLst/>
            <a:gdLst/>
            <a:ahLst/>
            <a:cxnLst/>
            <a:rect l="l" t="t" r="r" b="b"/>
            <a:pathLst>
              <a:path w="6381750" h="419100">
                <a:moveTo>
                  <a:pt x="0" y="0"/>
                </a:moveTo>
                <a:lnTo>
                  <a:pt x="6381750" y="0"/>
                </a:lnTo>
                <a:lnTo>
                  <a:pt x="63817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86740" y="5734052"/>
            <a:ext cx="6448425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ip netns exec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6740" y="6229352"/>
            <a:ext cx="6381750" cy="419100"/>
          </a:xfrm>
          <a:custGeom>
            <a:avLst/>
            <a:gdLst/>
            <a:ahLst/>
            <a:cxnLst/>
            <a:rect l="l" t="t" r="r" b="b"/>
            <a:pathLst>
              <a:path w="6381750" h="419100">
                <a:moveTo>
                  <a:pt x="0" y="0"/>
                </a:moveTo>
                <a:lnTo>
                  <a:pt x="6381750" y="0"/>
                </a:lnTo>
                <a:lnTo>
                  <a:pt x="63817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86740" y="6229352"/>
            <a:ext cx="6448425" cy="4191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ip netns del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60920" y="1371600"/>
            <a:ext cx="4446270" cy="3067050"/>
          </a:xfrm>
          <a:custGeom>
            <a:avLst/>
            <a:gdLst/>
            <a:ahLst/>
            <a:cxnLst/>
            <a:rect l="l" t="t" r="r" b="b"/>
            <a:pathLst>
              <a:path w="4446270" h="3067050">
                <a:moveTo>
                  <a:pt x="0" y="0"/>
                </a:moveTo>
                <a:lnTo>
                  <a:pt x="4446270" y="0"/>
                </a:lnTo>
                <a:lnTo>
                  <a:pt x="4446270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360920" y="1371600"/>
            <a:ext cx="15240" cy="3067050"/>
          </a:xfrm>
          <a:custGeom>
            <a:avLst/>
            <a:gdLst/>
            <a:ahLst/>
            <a:cxnLst/>
            <a:rect l="l" t="t" r="r" b="b"/>
            <a:pathLst>
              <a:path w="15240" h="3067050">
                <a:moveTo>
                  <a:pt x="0" y="0"/>
                </a:moveTo>
                <a:lnTo>
                  <a:pt x="15240" y="0"/>
                </a:lnTo>
                <a:lnTo>
                  <a:pt x="15240" y="3067050"/>
                </a:lnTo>
                <a:lnTo>
                  <a:pt x="0" y="306705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2" name="Text 30"/>
          <p:cNvSpPr/>
          <p:nvPr/>
        </p:nvSpPr>
        <p:spPr>
          <a:xfrm>
            <a:off x="7559040" y="1562100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 İzolasyonu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59040" y="19812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Interfaces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96055" y="2000250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59040" y="2286000"/>
            <a:ext cx="4057650" cy="76200"/>
          </a:xfrm>
          <a:custGeom>
            <a:avLst/>
            <a:gdLst/>
            <a:ahLst/>
            <a:cxnLst/>
            <a:rect l="l" t="t" r="r" b="b"/>
            <a:pathLst>
              <a:path w="4057650" h="76200">
                <a:moveTo>
                  <a:pt x="0" y="0"/>
                </a:moveTo>
                <a:lnTo>
                  <a:pt x="4057650" y="0"/>
                </a:lnTo>
                <a:lnTo>
                  <a:pt x="40576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Shape 34"/>
          <p:cNvSpPr/>
          <p:nvPr/>
        </p:nvSpPr>
        <p:spPr>
          <a:xfrm>
            <a:off x="7559040" y="2286000"/>
            <a:ext cx="4057650" cy="76200"/>
          </a:xfrm>
          <a:custGeom>
            <a:avLst/>
            <a:gdLst/>
            <a:ahLst/>
            <a:cxnLst/>
            <a:rect l="l" t="t" r="r" b="b"/>
            <a:pathLst>
              <a:path w="4057650" h="76200">
                <a:moveTo>
                  <a:pt x="0" y="0"/>
                </a:moveTo>
                <a:lnTo>
                  <a:pt x="4057650" y="0"/>
                </a:lnTo>
                <a:lnTo>
                  <a:pt x="40576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7" name="Text 35"/>
          <p:cNvSpPr/>
          <p:nvPr/>
        </p:nvSpPr>
        <p:spPr>
          <a:xfrm>
            <a:off x="7559040" y="2514602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 Tables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96055" y="2533652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59040" y="2819402"/>
            <a:ext cx="4057650" cy="76200"/>
          </a:xfrm>
          <a:custGeom>
            <a:avLst/>
            <a:gdLst/>
            <a:ahLst/>
            <a:cxnLst/>
            <a:rect l="l" t="t" r="r" b="b"/>
            <a:pathLst>
              <a:path w="4057650" h="76200">
                <a:moveTo>
                  <a:pt x="0" y="0"/>
                </a:moveTo>
                <a:lnTo>
                  <a:pt x="4057650" y="0"/>
                </a:lnTo>
                <a:lnTo>
                  <a:pt x="40576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Shape 38"/>
          <p:cNvSpPr/>
          <p:nvPr/>
        </p:nvSpPr>
        <p:spPr>
          <a:xfrm>
            <a:off x="7559040" y="2819402"/>
            <a:ext cx="4057650" cy="76200"/>
          </a:xfrm>
          <a:custGeom>
            <a:avLst/>
            <a:gdLst/>
            <a:ahLst/>
            <a:cxnLst/>
            <a:rect l="l" t="t" r="r" b="b"/>
            <a:pathLst>
              <a:path w="4057650" h="76200">
                <a:moveTo>
                  <a:pt x="0" y="0"/>
                </a:moveTo>
                <a:lnTo>
                  <a:pt x="4057650" y="0"/>
                </a:lnTo>
                <a:lnTo>
                  <a:pt x="40576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1" name="Text 39"/>
          <p:cNvSpPr/>
          <p:nvPr/>
        </p:nvSpPr>
        <p:spPr>
          <a:xfrm>
            <a:off x="7559040" y="3048002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 Rules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296055" y="3067052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59040" y="3352802"/>
            <a:ext cx="4057650" cy="76200"/>
          </a:xfrm>
          <a:custGeom>
            <a:avLst/>
            <a:gdLst/>
            <a:ahLst/>
            <a:cxnLst/>
            <a:rect l="l" t="t" r="r" b="b"/>
            <a:pathLst>
              <a:path w="4057650" h="76200">
                <a:moveTo>
                  <a:pt x="0" y="0"/>
                </a:moveTo>
                <a:lnTo>
                  <a:pt x="4057650" y="0"/>
                </a:lnTo>
                <a:lnTo>
                  <a:pt x="40576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9040" y="3352802"/>
            <a:ext cx="4057650" cy="76200"/>
          </a:xfrm>
          <a:custGeom>
            <a:avLst/>
            <a:gdLst/>
            <a:ahLst/>
            <a:cxnLst/>
            <a:rect l="l" t="t" r="r" b="b"/>
            <a:pathLst>
              <a:path w="4057650" h="76200">
                <a:moveTo>
                  <a:pt x="0" y="0"/>
                </a:moveTo>
                <a:lnTo>
                  <a:pt x="4057650" y="0"/>
                </a:lnTo>
                <a:lnTo>
                  <a:pt x="40576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9040" y="3581402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Sockets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96055" y="3600452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59040" y="3886202"/>
            <a:ext cx="4057650" cy="76200"/>
          </a:xfrm>
          <a:custGeom>
            <a:avLst/>
            <a:gdLst/>
            <a:ahLst/>
            <a:cxnLst/>
            <a:rect l="l" t="t" r="r" b="b"/>
            <a:pathLst>
              <a:path w="4057650" h="76200">
                <a:moveTo>
                  <a:pt x="0" y="0"/>
                </a:moveTo>
                <a:lnTo>
                  <a:pt x="4057650" y="0"/>
                </a:lnTo>
                <a:lnTo>
                  <a:pt x="40576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Shape 46"/>
          <p:cNvSpPr/>
          <p:nvPr/>
        </p:nvSpPr>
        <p:spPr>
          <a:xfrm>
            <a:off x="7559040" y="3886202"/>
            <a:ext cx="4057650" cy="76200"/>
          </a:xfrm>
          <a:custGeom>
            <a:avLst/>
            <a:gdLst/>
            <a:ahLst/>
            <a:cxnLst/>
            <a:rect l="l" t="t" r="r" b="b"/>
            <a:pathLst>
              <a:path w="4057650" h="76200">
                <a:moveTo>
                  <a:pt x="0" y="0"/>
                </a:moveTo>
                <a:lnTo>
                  <a:pt x="4057650" y="0"/>
                </a:lnTo>
                <a:lnTo>
                  <a:pt x="405765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9" name="Shape 47"/>
          <p:cNvSpPr/>
          <p:nvPr/>
        </p:nvSpPr>
        <p:spPr>
          <a:xfrm>
            <a:off x="7360920" y="4591052"/>
            <a:ext cx="4446270" cy="2247900"/>
          </a:xfrm>
          <a:custGeom>
            <a:avLst/>
            <a:gdLst/>
            <a:ahLst/>
            <a:cxnLst/>
            <a:rect l="l" t="t" r="r" b="b"/>
            <a:pathLst>
              <a:path w="4446270" h="2247900">
                <a:moveTo>
                  <a:pt x="0" y="0"/>
                </a:moveTo>
                <a:lnTo>
                  <a:pt x="4446270" y="0"/>
                </a:lnTo>
                <a:lnTo>
                  <a:pt x="444627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60920" y="4591052"/>
            <a:ext cx="15240" cy="2247900"/>
          </a:xfrm>
          <a:custGeom>
            <a:avLst/>
            <a:gdLst/>
            <a:ahLst/>
            <a:cxnLst/>
            <a:rect l="l" t="t" r="r" b="b"/>
            <a:pathLst>
              <a:path w="15240" h="2247900">
                <a:moveTo>
                  <a:pt x="0" y="0"/>
                </a:moveTo>
                <a:lnTo>
                  <a:pt x="15240" y="0"/>
                </a:lnTo>
                <a:lnTo>
                  <a:pt x="1524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1" name="Text 49"/>
          <p:cNvSpPr/>
          <p:nvPr/>
        </p:nvSpPr>
        <p:spPr>
          <a:xfrm>
            <a:off x="7559040" y="4781552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Kullanım Alanları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82853" y="52006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3" name="Text 51"/>
          <p:cNvSpPr/>
          <p:nvPr/>
        </p:nvSpPr>
        <p:spPr>
          <a:xfrm>
            <a:off x="7887653" y="5162552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Teknolojileri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887653" y="5391152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Docker, Kubernetes, LXC/LXD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93568" y="573405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6" name="Text 54"/>
          <p:cNvSpPr/>
          <p:nvPr/>
        </p:nvSpPr>
        <p:spPr>
          <a:xfrm>
            <a:off x="7887653" y="5695952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Sanal Makineler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887653" y="5924552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QEMU/KVM, libvirt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582853" y="62674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9" name="Text 57"/>
          <p:cNvSpPr/>
          <p:nvPr/>
        </p:nvSpPr>
        <p:spPr>
          <a:xfrm>
            <a:off x="7887653" y="6229352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Güvenlik Uygulamaları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887653" y="6457952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VPN, sandbox, honeypot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7861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spc="93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02 · Çalışma Prensipleri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571369"/>
            <a:ext cx="11671046" cy="336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iproute2 Utils ve Network Yönetimi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6099" y="1008298"/>
            <a:ext cx="1075518" cy="33610"/>
          </a:xfrm>
          <a:custGeom>
            <a:avLst/>
            <a:gdLst/>
            <a:ahLst/>
            <a:cxnLst/>
            <a:rect l="l" t="t" r="r" b="b"/>
            <a:pathLst>
              <a:path w="1075518" h="33610">
                <a:moveTo>
                  <a:pt x="0" y="0"/>
                </a:moveTo>
                <a:lnTo>
                  <a:pt x="1075518" y="0"/>
                </a:lnTo>
                <a:lnTo>
                  <a:pt x="1075518" y="33610"/>
                </a:lnTo>
                <a:lnTo>
                  <a:pt x="0" y="3361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42821" y="1209957"/>
            <a:ext cx="5669994" cy="2688794"/>
          </a:xfrm>
          <a:custGeom>
            <a:avLst/>
            <a:gdLst/>
            <a:ahLst/>
            <a:cxnLst/>
            <a:rect l="l" t="t" r="r" b="b"/>
            <a:pathLst>
              <a:path w="5669994" h="2688794">
                <a:moveTo>
                  <a:pt x="0" y="0"/>
                </a:moveTo>
                <a:lnTo>
                  <a:pt x="5669994" y="0"/>
                </a:lnTo>
                <a:lnTo>
                  <a:pt x="5669994" y="2688794"/>
                </a:lnTo>
                <a:lnTo>
                  <a:pt x="0" y="2688794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2821" y="1209957"/>
            <a:ext cx="13444" cy="2688794"/>
          </a:xfrm>
          <a:custGeom>
            <a:avLst/>
            <a:gdLst/>
            <a:ahLst/>
            <a:cxnLst/>
            <a:rect l="l" t="t" r="r" b="b"/>
            <a:pathLst>
              <a:path w="13444" h="2688794">
                <a:moveTo>
                  <a:pt x="0" y="0"/>
                </a:moveTo>
                <a:lnTo>
                  <a:pt x="13444" y="0"/>
                </a:lnTo>
                <a:lnTo>
                  <a:pt x="13444" y="2688794"/>
                </a:lnTo>
                <a:lnTo>
                  <a:pt x="0" y="2688794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17593" y="1378007"/>
            <a:ext cx="541119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iproute2 Paketi Bileşenleri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7593" y="1714106"/>
            <a:ext cx="5394393" cy="43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iproute2, </a:t>
            </a:r>
            <a:pPr>
              <a:lnSpc>
                <a:spcPct val="140000"/>
              </a:lnSpc>
            </a:pPr>
            <a:r>
              <a:rPr lang="en-US" sz="1059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Linux network yönetiminin temel taşıdır</a:t>
            </a:r>
            <a:pPr>
              <a:lnSpc>
                <a:spcPct val="140000"/>
              </a:lnSpc>
            </a:pP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Eski ifconfig, route, arp komutlarının yerini alan gelişmiş bir araç setidir.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7593" y="2285475"/>
            <a:ext cx="2613172" cy="604979"/>
          </a:xfrm>
          <a:custGeom>
            <a:avLst/>
            <a:gdLst/>
            <a:ahLst/>
            <a:cxnLst/>
            <a:rect l="l" t="t" r="r" b="b"/>
            <a:pathLst>
              <a:path w="2613172" h="604979">
                <a:moveTo>
                  <a:pt x="0" y="0"/>
                </a:moveTo>
                <a:lnTo>
                  <a:pt x="2613172" y="0"/>
                </a:lnTo>
                <a:lnTo>
                  <a:pt x="2613172" y="604979"/>
                </a:lnTo>
                <a:lnTo>
                  <a:pt x="0" y="6049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8423" y="2386305"/>
            <a:ext cx="247873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8423" y="2621574"/>
            <a:ext cx="247032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 network komutu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30439" y="2285475"/>
            <a:ext cx="2613172" cy="604979"/>
          </a:xfrm>
          <a:custGeom>
            <a:avLst/>
            <a:gdLst/>
            <a:ahLst/>
            <a:cxnLst/>
            <a:rect l="l" t="t" r="r" b="b"/>
            <a:pathLst>
              <a:path w="2613172" h="604979">
                <a:moveTo>
                  <a:pt x="0" y="0"/>
                </a:moveTo>
                <a:lnTo>
                  <a:pt x="2613172" y="0"/>
                </a:lnTo>
                <a:lnTo>
                  <a:pt x="2613172" y="604979"/>
                </a:lnTo>
                <a:lnTo>
                  <a:pt x="0" y="6049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31269" y="2386305"/>
            <a:ext cx="247873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1269" y="2621574"/>
            <a:ext cx="247032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Socket istatistikleri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7593" y="2991283"/>
            <a:ext cx="2613172" cy="604979"/>
          </a:xfrm>
          <a:custGeom>
            <a:avLst/>
            <a:gdLst/>
            <a:ahLst/>
            <a:cxnLst/>
            <a:rect l="l" t="t" r="r" b="b"/>
            <a:pathLst>
              <a:path w="2613172" h="604979">
                <a:moveTo>
                  <a:pt x="0" y="0"/>
                </a:moveTo>
                <a:lnTo>
                  <a:pt x="2613172" y="0"/>
                </a:lnTo>
                <a:lnTo>
                  <a:pt x="2613172" y="604979"/>
                </a:lnTo>
                <a:lnTo>
                  <a:pt x="0" y="6049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8423" y="3092113"/>
            <a:ext cx="247873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8423" y="3327382"/>
            <a:ext cx="247032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control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30439" y="2991283"/>
            <a:ext cx="2613172" cy="604979"/>
          </a:xfrm>
          <a:custGeom>
            <a:avLst/>
            <a:gdLst/>
            <a:ahLst/>
            <a:cxnLst/>
            <a:rect l="l" t="t" r="r" b="b"/>
            <a:pathLst>
              <a:path w="2613172" h="604979">
                <a:moveTo>
                  <a:pt x="0" y="0"/>
                </a:moveTo>
                <a:lnTo>
                  <a:pt x="2613172" y="0"/>
                </a:lnTo>
                <a:lnTo>
                  <a:pt x="2613172" y="604979"/>
                </a:lnTo>
                <a:lnTo>
                  <a:pt x="0" y="6049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31269" y="3092113"/>
            <a:ext cx="247873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bridge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1269" y="3327382"/>
            <a:ext cx="247032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yönetimi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85276" y="1209957"/>
            <a:ext cx="5669994" cy="2688794"/>
          </a:xfrm>
          <a:custGeom>
            <a:avLst/>
            <a:gdLst/>
            <a:ahLst/>
            <a:cxnLst/>
            <a:rect l="l" t="t" r="r" b="b"/>
            <a:pathLst>
              <a:path w="5669994" h="2688794">
                <a:moveTo>
                  <a:pt x="0" y="0"/>
                </a:moveTo>
                <a:lnTo>
                  <a:pt x="5669994" y="0"/>
                </a:lnTo>
                <a:lnTo>
                  <a:pt x="5669994" y="2688794"/>
                </a:lnTo>
                <a:lnTo>
                  <a:pt x="0" y="2688794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85276" y="1209957"/>
            <a:ext cx="13444" cy="2688794"/>
          </a:xfrm>
          <a:custGeom>
            <a:avLst/>
            <a:gdLst/>
            <a:ahLst/>
            <a:cxnLst/>
            <a:rect l="l" t="t" r="r" b="b"/>
            <a:pathLst>
              <a:path w="13444" h="2688794">
                <a:moveTo>
                  <a:pt x="0" y="0"/>
                </a:moveTo>
                <a:lnTo>
                  <a:pt x="13444" y="0"/>
                </a:lnTo>
                <a:lnTo>
                  <a:pt x="13444" y="2688794"/>
                </a:lnTo>
                <a:lnTo>
                  <a:pt x="0" y="2688794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23" name="Text 21"/>
          <p:cNvSpPr/>
          <p:nvPr/>
        </p:nvSpPr>
        <p:spPr>
          <a:xfrm>
            <a:off x="6360048" y="1378007"/>
            <a:ext cx="541119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Komut Yapısı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60048" y="1714106"/>
            <a:ext cx="5327173" cy="604979"/>
          </a:xfrm>
          <a:custGeom>
            <a:avLst/>
            <a:gdLst/>
            <a:ahLst/>
            <a:cxnLst/>
            <a:rect l="l" t="t" r="r" b="b"/>
            <a:pathLst>
              <a:path w="5327173" h="604979">
                <a:moveTo>
                  <a:pt x="0" y="0"/>
                </a:moveTo>
                <a:lnTo>
                  <a:pt x="5327173" y="0"/>
                </a:lnTo>
                <a:lnTo>
                  <a:pt x="5327173" y="604979"/>
                </a:lnTo>
                <a:lnTo>
                  <a:pt x="0" y="6049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60878" y="1814936"/>
            <a:ext cx="5184331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 link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60878" y="2016595"/>
            <a:ext cx="519273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interface yönetimi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0048" y="2419915"/>
            <a:ext cx="5327173" cy="604979"/>
          </a:xfrm>
          <a:custGeom>
            <a:avLst/>
            <a:gdLst/>
            <a:ahLst/>
            <a:cxnLst/>
            <a:rect l="l" t="t" r="r" b="b"/>
            <a:pathLst>
              <a:path w="5327173" h="604979">
                <a:moveTo>
                  <a:pt x="0" y="0"/>
                </a:moveTo>
                <a:lnTo>
                  <a:pt x="5327173" y="0"/>
                </a:lnTo>
                <a:lnTo>
                  <a:pt x="5327173" y="604979"/>
                </a:lnTo>
                <a:lnTo>
                  <a:pt x="0" y="6049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60878" y="2520744"/>
            <a:ext cx="5184331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 addr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60878" y="2722404"/>
            <a:ext cx="519273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adresi atama/listeleme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60048" y="3125723"/>
            <a:ext cx="5327173" cy="604979"/>
          </a:xfrm>
          <a:custGeom>
            <a:avLst/>
            <a:gdLst/>
            <a:ahLst/>
            <a:cxnLst/>
            <a:rect l="l" t="t" r="r" b="b"/>
            <a:pathLst>
              <a:path w="5327173" h="604979">
                <a:moveTo>
                  <a:pt x="0" y="0"/>
                </a:moveTo>
                <a:lnTo>
                  <a:pt x="5327173" y="0"/>
                </a:lnTo>
                <a:lnTo>
                  <a:pt x="5327173" y="604979"/>
                </a:lnTo>
                <a:lnTo>
                  <a:pt x="0" y="6049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60878" y="3226553"/>
            <a:ext cx="5184331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 route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0878" y="3428212"/>
            <a:ext cx="5192733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 tablosu yönetimi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2821" y="4033191"/>
            <a:ext cx="5669994" cy="3403005"/>
          </a:xfrm>
          <a:custGeom>
            <a:avLst/>
            <a:gdLst/>
            <a:ahLst/>
            <a:cxnLst/>
            <a:rect l="l" t="t" r="r" b="b"/>
            <a:pathLst>
              <a:path w="5669994" h="3403005">
                <a:moveTo>
                  <a:pt x="0" y="0"/>
                </a:moveTo>
                <a:lnTo>
                  <a:pt x="5669994" y="0"/>
                </a:lnTo>
                <a:lnTo>
                  <a:pt x="5669994" y="3403005"/>
                </a:lnTo>
                <a:lnTo>
                  <a:pt x="0" y="340300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2821" y="4033191"/>
            <a:ext cx="13444" cy="3403005"/>
          </a:xfrm>
          <a:custGeom>
            <a:avLst/>
            <a:gdLst/>
            <a:ahLst/>
            <a:cxnLst/>
            <a:rect l="l" t="t" r="r" b="b"/>
            <a:pathLst>
              <a:path w="13444" h="3403005">
                <a:moveTo>
                  <a:pt x="0" y="0"/>
                </a:moveTo>
                <a:lnTo>
                  <a:pt x="13444" y="0"/>
                </a:lnTo>
                <a:lnTo>
                  <a:pt x="13444" y="3403005"/>
                </a:lnTo>
                <a:lnTo>
                  <a:pt x="0" y="340300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5" name="Text 33"/>
          <p:cNvSpPr/>
          <p:nvPr/>
        </p:nvSpPr>
        <p:spPr>
          <a:xfrm>
            <a:off x="517593" y="4201241"/>
            <a:ext cx="541119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Örnek Kullanımlar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7593" y="4537340"/>
            <a:ext cx="5327173" cy="369709"/>
          </a:xfrm>
          <a:custGeom>
            <a:avLst/>
            <a:gdLst/>
            <a:ahLst/>
            <a:cxnLst/>
            <a:rect l="l" t="t" r="r" b="b"/>
            <a:pathLst>
              <a:path w="5327173" h="369709">
                <a:moveTo>
                  <a:pt x="0" y="0"/>
                </a:moveTo>
                <a:lnTo>
                  <a:pt x="5327173" y="0"/>
                </a:lnTo>
                <a:lnTo>
                  <a:pt x="5327173" y="369709"/>
                </a:lnTo>
                <a:lnTo>
                  <a:pt x="0" y="36970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17593" y="4537340"/>
            <a:ext cx="5385990" cy="369709"/>
          </a:xfrm>
          <a:prstGeom prst="rect">
            <a:avLst/>
          </a:prstGeom>
          <a:noFill/>
          <a:ln/>
        </p:spPr>
        <p:txBody>
          <a:bodyPr wrap="square" lIns="100830" tIns="100830" rIns="100830" bIns="10083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 link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set eth0 up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7593" y="4974269"/>
            <a:ext cx="5327173" cy="369709"/>
          </a:xfrm>
          <a:custGeom>
            <a:avLst/>
            <a:gdLst/>
            <a:ahLst/>
            <a:cxnLst/>
            <a:rect l="l" t="t" r="r" b="b"/>
            <a:pathLst>
              <a:path w="5327173" h="369709">
                <a:moveTo>
                  <a:pt x="0" y="0"/>
                </a:moveTo>
                <a:lnTo>
                  <a:pt x="5327173" y="0"/>
                </a:lnTo>
                <a:lnTo>
                  <a:pt x="5327173" y="369709"/>
                </a:lnTo>
                <a:lnTo>
                  <a:pt x="0" y="36970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17593" y="4974269"/>
            <a:ext cx="5385990" cy="369709"/>
          </a:xfrm>
          <a:prstGeom prst="rect">
            <a:avLst/>
          </a:prstGeom>
          <a:noFill/>
          <a:ln/>
        </p:spPr>
        <p:txBody>
          <a:bodyPr wrap="square" lIns="100830" tIns="100830" rIns="100830" bIns="10083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 addr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add 192.168.1.10/24 dev eth0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7593" y="5411198"/>
            <a:ext cx="5327173" cy="369709"/>
          </a:xfrm>
          <a:custGeom>
            <a:avLst/>
            <a:gdLst/>
            <a:ahLst/>
            <a:cxnLst/>
            <a:rect l="l" t="t" r="r" b="b"/>
            <a:pathLst>
              <a:path w="5327173" h="369709">
                <a:moveTo>
                  <a:pt x="0" y="0"/>
                </a:moveTo>
                <a:lnTo>
                  <a:pt x="5327173" y="0"/>
                </a:lnTo>
                <a:lnTo>
                  <a:pt x="5327173" y="369709"/>
                </a:lnTo>
                <a:lnTo>
                  <a:pt x="0" y="36970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17593" y="5411198"/>
            <a:ext cx="5385990" cy="369709"/>
          </a:xfrm>
          <a:prstGeom prst="rect">
            <a:avLst/>
          </a:prstGeom>
          <a:noFill/>
          <a:ln/>
        </p:spPr>
        <p:txBody>
          <a:bodyPr wrap="square" lIns="100830" tIns="100830" rIns="100830" bIns="10083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 route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add default via 192.168.1.1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7593" y="5848127"/>
            <a:ext cx="5327173" cy="369709"/>
          </a:xfrm>
          <a:custGeom>
            <a:avLst/>
            <a:gdLst/>
            <a:ahLst/>
            <a:cxnLst/>
            <a:rect l="l" t="t" r="r" b="b"/>
            <a:pathLst>
              <a:path w="5327173" h="369709">
                <a:moveTo>
                  <a:pt x="0" y="0"/>
                </a:moveTo>
                <a:lnTo>
                  <a:pt x="5327173" y="0"/>
                </a:lnTo>
                <a:lnTo>
                  <a:pt x="5327173" y="369709"/>
                </a:lnTo>
                <a:lnTo>
                  <a:pt x="0" y="36970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17593" y="5848127"/>
            <a:ext cx="5385990" cy="369709"/>
          </a:xfrm>
          <a:prstGeom prst="rect">
            <a:avLst/>
          </a:prstGeom>
          <a:noFill/>
          <a:ln/>
        </p:spPr>
        <p:txBody>
          <a:bodyPr wrap="square" lIns="100830" tIns="100830" rIns="100830" bIns="10083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-tlnp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7593" y="6896755"/>
            <a:ext cx="5327173" cy="369709"/>
          </a:xfrm>
          <a:custGeom>
            <a:avLst/>
            <a:gdLst/>
            <a:ahLst/>
            <a:cxnLst/>
            <a:rect l="l" t="t" r="r" b="b"/>
            <a:pathLst>
              <a:path w="5327173" h="369709">
                <a:moveTo>
                  <a:pt x="0" y="0"/>
                </a:moveTo>
                <a:lnTo>
                  <a:pt x="5327173" y="0"/>
                </a:lnTo>
                <a:lnTo>
                  <a:pt x="5327173" y="369709"/>
                </a:lnTo>
                <a:lnTo>
                  <a:pt x="0" y="369709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5228" y="7017750"/>
            <a:ext cx="117635" cy="117635"/>
          </a:xfrm>
          <a:custGeom>
            <a:avLst/>
            <a:gdLst/>
            <a:ahLst/>
            <a:cxnLst/>
            <a:rect l="l" t="t" r="r" b="b"/>
            <a:pathLst>
              <a:path w="117635" h="117635">
                <a:moveTo>
                  <a:pt x="58817" y="117635"/>
                </a:moveTo>
                <a:cubicBezTo>
                  <a:pt x="91280" y="117635"/>
                  <a:pt x="117635" y="91280"/>
                  <a:pt x="117635" y="58817"/>
                </a:cubicBezTo>
                <a:cubicBezTo>
                  <a:pt x="117635" y="26355"/>
                  <a:pt x="91280" y="0"/>
                  <a:pt x="58817" y="0"/>
                </a:cubicBezTo>
                <a:cubicBezTo>
                  <a:pt x="26355" y="0"/>
                  <a:pt x="0" y="26355"/>
                  <a:pt x="0" y="58817"/>
                </a:cubicBezTo>
                <a:cubicBezTo>
                  <a:pt x="0" y="91280"/>
                  <a:pt x="26355" y="117635"/>
                  <a:pt x="58817" y="117635"/>
                </a:cubicBezTo>
                <a:close/>
                <a:moveTo>
                  <a:pt x="51465" y="36761"/>
                </a:moveTo>
                <a:cubicBezTo>
                  <a:pt x="51465" y="32703"/>
                  <a:pt x="54760" y="29409"/>
                  <a:pt x="58817" y="29409"/>
                </a:cubicBezTo>
                <a:cubicBezTo>
                  <a:pt x="62875" y="29409"/>
                  <a:pt x="66170" y="32703"/>
                  <a:pt x="66170" y="36761"/>
                </a:cubicBezTo>
                <a:cubicBezTo>
                  <a:pt x="66170" y="40819"/>
                  <a:pt x="62875" y="44113"/>
                  <a:pt x="58817" y="44113"/>
                </a:cubicBezTo>
                <a:cubicBezTo>
                  <a:pt x="54760" y="44113"/>
                  <a:pt x="51465" y="40819"/>
                  <a:pt x="51465" y="36761"/>
                </a:cubicBezTo>
                <a:close/>
                <a:moveTo>
                  <a:pt x="49627" y="51465"/>
                </a:moveTo>
                <a:lnTo>
                  <a:pt x="60655" y="51465"/>
                </a:lnTo>
                <a:cubicBezTo>
                  <a:pt x="63711" y="51465"/>
                  <a:pt x="66170" y="53924"/>
                  <a:pt x="66170" y="56979"/>
                </a:cubicBezTo>
                <a:lnTo>
                  <a:pt x="66170" y="77198"/>
                </a:lnTo>
                <a:lnTo>
                  <a:pt x="68008" y="77198"/>
                </a:lnTo>
                <a:cubicBezTo>
                  <a:pt x="71063" y="77198"/>
                  <a:pt x="73522" y="79656"/>
                  <a:pt x="73522" y="82712"/>
                </a:cubicBezTo>
                <a:cubicBezTo>
                  <a:pt x="73522" y="85768"/>
                  <a:pt x="71063" y="88226"/>
                  <a:pt x="68008" y="88226"/>
                </a:cubicBezTo>
                <a:lnTo>
                  <a:pt x="49627" y="88226"/>
                </a:lnTo>
                <a:cubicBezTo>
                  <a:pt x="46571" y="88226"/>
                  <a:pt x="44113" y="85768"/>
                  <a:pt x="44113" y="82712"/>
                </a:cubicBezTo>
                <a:cubicBezTo>
                  <a:pt x="44113" y="79656"/>
                  <a:pt x="46571" y="77198"/>
                  <a:pt x="49627" y="77198"/>
                </a:cubicBezTo>
                <a:lnTo>
                  <a:pt x="55141" y="77198"/>
                </a:lnTo>
                <a:lnTo>
                  <a:pt x="55141" y="62493"/>
                </a:lnTo>
                <a:lnTo>
                  <a:pt x="49627" y="62493"/>
                </a:lnTo>
                <a:cubicBezTo>
                  <a:pt x="46571" y="62493"/>
                  <a:pt x="44113" y="60035"/>
                  <a:pt x="44113" y="56979"/>
                </a:cubicBezTo>
                <a:cubicBezTo>
                  <a:pt x="44113" y="53924"/>
                  <a:pt x="46571" y="51465"/>
                  <a:pt x="49627" y="51465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6" name="Text 44"/>
          <p:cNvSpPr/>
          <p:nvPr/>
        </p:nvSpPr>
        <p:spPr>
          <a:xfrm>
            <a:off x="814141" y="6997585"/>
            <a:ext cx="4988613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ifconfig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 </a:t>
            </a:r>
            <a:pPr>
              <a:lnSpc>
                <a:spcPct val="120000"/>
              </a:lnSpc>
            </a:pPr>
            <a:r>
              <a:rPr lang="en-US" sz="9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</a:t>
            </a:r>
            <a:pPr>
              <a:lnSpc>
                <a:spcPct val="120000"/>
              </a:lnSpc>
            </a:pPr>
            <a:r>
              <a:rPr lang="en-US" sz="9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komutları deprecated durumdadır.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5276" y="4033191"/>
            <a:ext cx="5669994" cy="3403005"/>
          </a:xfrm>
          <a:custGeom>
            <a:avLst/>
            <a:gdLst/>
            <a:ahLst/>
            <a:cxnLst/>
            <a:rect l="l" t="t" r="r" b="b"/>
            <a:pathLst>
              <a:path w="5669994" h="3403005">
                <a:moveTo>
                  <a:pt x="0" y="0"/>
                </a:moveTo>
                <a:lnTo>
                  <a:pt x="5669994" y="0"/>
                </a:lnTo>
                <a:lnTo>
                  <a:pt x="5669994" y="3403005"/>
                </a:lnTo>
                <a:lnTo>
                  <a:pt x="0" y="340300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185276" y="4033191"/>
            <a:ext cx="13444" cy="3403005"/>
          </a:xfrm>
          <a:custGeom>
            <a:avLst/>
            <a:gdLst/>
            <a:ahLst/>
            <a:cxnLst/>
            <a:rect l="l" t="t" r="r" b="b"/>
            <a:pathLst>
              <a:path w="13444" h="3403005">
                <a:moveTo>
                  <a:pt x="0" y="0"/>
                </a:moveTo>
                <a:lnTo>
                  <a:pt x="13444" y="0"/>
                </a:lnTo>
                <a:lnTo>
                  <a:pt x="13444" y="3403005"/>
                </a:lnTo>
                <a:lnTo>
                  <a:pt x="0" y="340300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9" name="Text 47"/>
          <p:cNvSpPr/>
          <p:nvPr/>
        </p:nvSpPr>
        <p:spPr>
          <a:xfrm>
            <a:off x="6360048" y="4201241"/>
            <a:ext cx="5411198" cy="23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Özellikler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1054" y="4689421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68680" y="1536"/>
                </a:moveTo>
                <a:cubicBezTo>
                  <a:pt x="73082" y="-502"/>
                  <a:pt x="78163" y="-502"/>
                  <a:pt x="82564" y="1536"/>
                </a:cubicBezTo>
                <a:lnTo>
                  <a:pt x="147139" y="31371"/>
                </a:lnTo>
                <a:cubicBezTo>
                  <a:pt x="149650" y="32524"/>
                  <a:pt x="151245" y="35034"/>
                  <a:pt x="151245" y="37811"/>
                </a:cubicBezTo>
                <a:cubicBezTo>
                  <a:pt x="151245" y="40588"/>
                  <a:pt x="149650" y="43099"/>
                  <a:pt x="147139" y="44251"/>
                </a:cubicBezTo>
                <a:lnTo>
                  <a:pt x="82564" y="74086"/>
                </a:lnTo>
                <a:cubicBezTo>
                  <a:pt x="78163" y="76125"/>
                  <a:pt x="73082" y="76125"/>
                  <a:pt x="68680" y="74086"/>
                </a:cubicBezTo>
                <a:lnTo>
                  <a:pt x="4106" y="44251"/>
                </a:lnTo>
                <a:cubicBezTo>
                  <a:pt x="1595" y="43069"/>
                  <a:pt x="0" y="40558"/>
                  <a:pt x="0" y="37811"/>
                </a:cubicBezTo>
                <a:cubicBezTo>
                  <a:pt x="0" y="35064"/>
                  <a:pt x="1595" y="32524"/>
                  <a:pt x="4106" y="31371"/>
                </a:cubicBezTo>
                <a:lnTo>
                  <a:pt x="68680" y="1536"/>
                </a:lnTo>
                <a:close/>
                <a:moveTo>
                  <a:pt x="14209" y="64515"/>
                </a:moveTo>
                <a:lnTo>
                  <a:pt x="62743" y="86936"/>
                </a:lnTo>
                <a:cubicBezTo>
                  <a:pt x="70925" y="90717"/>
                  <a:pt x="80349" y="90717"/>
                  <a:pt x="88531" y="86936"/>
                </a:cubicBezTo>
                <a:lnTo>
                  <a:pt x="137065" y="64515"/>
                </a:lnTo>
                <a:lnTo>
                  <a:pt x="147139" y="69183"/>
                </a:lnTo>
                <a:cubicBezTo>
                  <a:pt x="149650" y="70335"/>
                  <a:pt x="151245" y="72846"/>
                  <a:pt x="151245" y="75622"/>
                </a:cubicBezTo>
                <a:cubicBezTo>
                  <a:pt x="151245" y="78399"/>
                  <a:pt x="149650" y="80910"/>
                  <a:pt x="147139" y="82062"/>
                </a:cubicBezTo>
                <a:lnTo>
                  <a:pt x="82564" y="111897"/>
                </a:lnTo>
                <a:cubicBezTo>
                  <a:pt x="78163" y="113936"/>
                  <a:pt x="73082" y="113936"/>
                  <a:pt x="68680" y="111897"/>
                </a:cubicBezTo>
                <a:lnTo>
                  <a:pt x="4106" y="82062"/>
                </a:lnTo>
                <a:cubicBezTo>
                  <a:pt x="1595" y="80880"/>
                  <a:pt x="0" y="78370"/>
                  <a:pt x="0" y="75622"/>
                </a:cubicBezTo>
                <a:cubicBezTo>
                  <a:pt x="0" y="72875"/>
                  <a:pt x="1595" y="70335"/>
                  <a:pt x="4106" y="69183"/>
                </a:cubicBezTo>
                <a:lnTo>
                  <a:pt x="14179" y="64515"/>
                </a:lnTo>
                <a:close/>
                <a:moveTo>
                  <a:pt x="4106" y="106994"/>
                </a:moveTo>
                <a:lnTo>
                  <a:pt x="14179" y="102326"/>
                </a:lnTo>
                <a:lnTo>
                  <a:pt x="62713" y="124747"/>
                </a:lnTo>
                <a:cubicBezTo>
                  <a:pt x="70896" y="128528"/>
                  <a:pt x="80319" y="128528"/>
                  <a:pt x="88502" y="124747"/>
                </a:cubicBezTo>
                <a:lnTo>
                  <a:pt x="137036" y="102326"/>
                </a:lnTo>
                <a:lnTo>
                  <a:pt x="147109" y="106994"/>
                </a:lnTo>
                <a:cubicBezTo>
                  <a:pt x="149620" y="108146"/>
                  <a:pt x="151215" y="110657"/>
                  <a:pt x="151215" y="113433"/>
                </a:cubicBezTo>
                <a:cubicBezTo>
                  <a:pt x="151215" y="116210"/>
                  <a:pt x="149620" y="118721"/>
                  <a:pt x="147109" y="119873"/>
                </a:cubicBezTo>
                <a:lnTo>
                  <a:pt x="82535" y="149709"/>
                </a:lnTo>
                <a:cubicBezTo>
                  <a:pt x="78133" y="151747"/>
                  <a:pt x="73052" y="151747"/>
                  <a:pt x="68651" y="149709"/>
                </a:cubicBezTo>
                <a:lnTo>
                  <a:pt x="4106" y="119873"/>
                </a:lnTo>
                <a:cubicBezTo>
                  <a:pt x="1595" y="118692"/>
                  <a:pt x="0" y="116181"/>
                  <a:pt x="0" y="113433"/>
                </a:cubicBezTo>
                <a:cubicBezTo>
                  <a:pt x="0" y="110686"/>
                  <a:pt x="1595" y="108146"/>
                  <a:pt x="4106" y="106994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1" name="Text 49"/>
          <p:cNvSpPr/>
          <p:nvPr/>
        </p:nvSpPr>
        <p:spPr>
          <a:xfrm>
            <a:off x="6649933" y="4655811"/>
            <a:ext cx="1546057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Routing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49933" y="4857471"/>
            <a:ext cx="1537654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Çoklu routing tablosu desteği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1601" y="5396912"/>
            <a:ext cx="170150" cy="151245"/>
          </a:xfrm>
          <a:custGeom>
            <a:avLst/>
            <a:gdLst/>
            <a:ahLst/>
            <a:cxnLst/>
            <a:rect l="l" t="t" r="r" b="b"/>
            <a:pathLst>
              <a:path w="170150" h="151245">
                <a:moveTo>
                  <a:pt x="73259" y="25995"/>
                </a:moveTo>
                <a:lnTo>
                  <a:pt x="96891" y="25995"/>
                </a:lnTo>
                <a:lnTo>
                  <a:pt x="96891" y="40174"/>
                </a:lnTo>
                <a:lnTo>
                  <a:pt x="73259" y="40174"/>
                </a:lnTo>
                <a:lnTo>
                  <a:pt x="73259" y="25995"/>
                </a:lnTo>
                <a:close/>
                <a:moveTo>
                  <a:pt x="70896" y="9453"/>
                </a:moveTo>
                <a:cubicBezTo>
                  <a:pt x="63068" y="9453"/>
                  <a:pt x="56717" y="15804"/>
                  <a:pt x="56717" y="23632"/>
                </a:cubicBezTo>
                <a:lnTo>
                  <a:pt x="56717" y="42538"/>
                </a:lnTo>
                <a:cubicBezTo>
                  <a:pt x="56717" y="50366"/>
                  <a:pt x="63068" y="56717"/>
                  <a:pt x="70896" y="56717"/>
                </a:cubicBezTo>
                <a:lnTo>
                  <a:pt x="75622" y="56717"/>
                </a:lnTo>
                <a:lnTo>
                  <a:pt x="75622" y="66170"/>
                </a:lnTo>
                <a:lnTo>
                  <a:pt x="9453" y="66170"/>
                </a:lnTo>
                <a:cubicBezTo>
                  <a:pt x="4224" y="66170"/>
                  <a:pt x="0" y="70394"/>
                  <a:pt x="0" y="75622"/>
                </a:cubicBezTo>
                <a:cubicBezTo>
                  <a:pt x="0" y="80851"/>
                  <a:pt x="4224" y="85075"/>
                  <a:pt x="9453" y="85075"/>
                </a:cubicBezTo>
                <a:lnTo>
                  <a:pt x="37811" y="85075"/>
                </a:lnTo>
                <a:lnTo>
                  <a:pt x="37811" y="94528"/>
                </a:lnTo>
                <a:lnTo>
                  <a:pt x="33085" y="94528"/>
                </a:lnTo>
                <a:cubicBezTo>
                  <a:pt x="25257" y="94528"/>
                  <a:pt x="18906" y="100879"/>
                  <a:pt x="18906" y="108707"/>
                </a:cubicBezTo>
                <a:lnTo>
                  <a:pt x="18906" y="127613"/>
                </a:lnTo>
                <a:cubicBezTo>
                  <a:pt x="18906" y="135441"/>
                  <a:pt x="25257" y="141792"/>
                  <a:pt x="33085" y="141792"/>
                </a:cubicBezTo>
                <a:lnTo>
                  <a:pt x="61443" y="141792"/>
                </a:lnTo>
                <a:cubicBezTo>
                  <a:pt x="69271" y="141792"/>
                  <a:pt x="75622" y="135441"/>
                  <a:pt x="75622" y="127613"/>
                </a:cubicBezTo>
                <a:lnTo>
                  <a:pt x="75622" y="108707"/>
                </a:lnTo>
                <a:cubicBezTo>
                  <a:pt x="75622" y="100879"/>
                  <a:pt x="69271" y="94528"/>
                  <a:pt x="61443" y="94528"/>
                </a:cubicBezTo>
                <a:lnTo>
                  <a:pt x="56717" y="94528"/>
                </a:lnTo>
                <a:lnTo>
                  <a:pt x="56717" y="85075"/>
                </a:lnTo>
                <a:lnTo>
                  <a:pt x="113433" y="85075"/>
                </a:lnTo>
                <a:lnTo>
                  <a:pt x="113433" y="94528"/>
                </a:lnTo>
                <a:lnTo>
                  <a:pt x="108707" y="94528"/>
                </a:lnTo>
                <a:cubicBezTo>
                  <a:pt x="100879" y="94528"/>
                  <a:pt x="94528" y="100879"/>
                  <a:pt x="94528" y="108707"/>
                </a:cubicBezTo>
                <a:lnTo>
                  <a:pt x="94528" y="127613"/>
                </a:lnTo>
                <a:cubicBezTo>
                  <a:pt x="94528" y="135441"/>
                  <a:pt x="100879" y="141792"/>
                  <a:pt x="108707" y="141792"/>
                </a:cubicBezTo>
                <a:lnTo>
                  <a:pt x="137065" y="141792"/>
                </a:lnTo>
                <a:cubicBezTo>
                  <a:pt x="144894" y="141792"/>
                  <a:pt x="151245" y="135441"/>
                  <a:pt x="151245" y="127613"/>
                </a:cubicBezTo>
                <a:lnTo>
                  <a:pt x="151245" y="108707"/>
                </a:lnTo>
                <a:cubicBezTo>
                  <a:pt x="151245" y="100879"/>
                  <a:pt x="144894" y="94528"/>
                  <a:pt x="137065" y="94528"/>
                </a:cubicBezTo>
                <a:lnTo>
                  <a:pt x="132339" y="94528"/>
                </a:lnTo>
                <a:lnTo>
                  <a:pt x="132339" y="85075"/>
                </a:lnTo>
                <a:lnTo>
                  <a:pt x="160697" y="85075"/>
                </a:lnTo>
                <a:cubicBezTo>
                  <a:pt x="165926" y="85075"/>
                  <a:pt x="170150" y="80851"/>
                  <a:pt x="170150" y="75622"/>
                </a:cubicBezTo>
                <a:cubicBezTo>
                  <a:pt x="170150" y="70394"/>
                  <a:pt x="165926" y="66170"/>
                  <a:pt x="160697" y="66170"/>
                </a:cubicBezTo>
                <a:lnTo>
                  <a:pt x="94528" y="66170"/>
                </a:lnTo>
                <a:lnTo>
                  <a:pt x="94528" y="56717"/>
                </a:lnTo>
                <a:lnTo>
                  <a:pt x="99254" y="56717"/>
                </a:lnTo>
                <a:cubicBezTo>
                  <a:pt x="107082" y="56717"/>
                  <a:pt x="113433" y="50366"/>
                  <a:pt x="113433" y="42538"/>
                </a:cubicBezTo>
                <a:lnTo>
                  <a:pt x="113433" y="23632"/>
                </a:lnTo>
                <a:cubicBezTo>
                  <a:pt x="113433" y="15804"/>
                  <a:pt x="107082" y="9453"/>
                  <a:pt x="99254" y="9453"/>
                </a:cubicBezTo>
                <a:lnTo>
                  <a:pt x="70896" y="9453"/>
                </a:lnTo>
                <a:close/>
                <a:moveTo>
                  <a:pt x="132339" y="111070"/>
                </a:moveTo>
                <a:lnTo>
                  <a:pt x="134702" y="111070"/>
                </a:lnTo>
                <a:lnTo>
                  <a:pt x="134702" y="125249"/>
                </a:lnTo>
                <a:lnTo>
                  <a:pt x="111070" y="125249"/>
                </a:lnTo>
                <a:lnTo>
                  <a:pt x="111070" y="111070"/>
                </a:lnTo>
                <a:lnTo>
                  <a:pt x="132339" y="111070"/>
                </a:lnTo>
                <a:close/>
                <a:moveTo>
                  <a:pt x="56717" y="111070"/>
                </a:moveTo>
                <a:lnTo>
                  <a:pt x="59080" y="111070"/>
                </a:lnTo>
                <a:lnTo>
                  <a:pt x="59080" y="125249"/>
                </a:lnTo>
                <a:lnTo>
                  <a:pt x="35448" y="125249"/>
                </a:lnTo>
                <a:lnTo>
                  <a:pt x="35448" y="111070"/>
                </a:lnTo>
                <a:lnTo>
                  <a:pt x="56717" y="11107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4" name="Text 52"/>
          <p:cNvSpPr/>
          <p:nvPr/>
        </p:nvSpPr>
        <p:spPr>
          <a:xfrm>
            <a:off x="6649933" y="5363302"/>
            <a:ext cx="1529252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VLAN/Bridge/Bonding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49933" y="5564962"/>
            <a:ext cx="1520849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Gelişmiş network topolojileri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1054" y="6104402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0" y="75622"/>
                </a:moveTo>
                <a:cubicBezTo>
                  <a:pt x="0" y="33885"/>
                  <a:pt x="33885" y="0"/>
                  <a:pt x="75622" y="0"/>
                </a:cubicBezTo>
                <a:cubicBezTo>
                  <a:pt x="117359" y="0"/>
                  <a:pt x="151245" y="33885"/>
                  <a:pt x="151245" y="75622"/>
                </a:cubicBezTo>
                <a:cubicBezTo>
                  <a:pt x="151245" y="117359"/>
                  <a:pt x="117359" y="151245"/>
                  <a:pt x="75622" y="151245"/>
                </a:cubicBezTo>
                <a:cubicBezTo>
                  <a:pt x="33885" y="151245"/>
                  <a:pt x="0" y="117359"/>
                  <a:pt x="0" y="75622"/>
                </a:cubicBezTo>
                <a:close/>
                <a:moveTo>
                  <a:pt x="85075" y="28358"/>
                </a:moveTo>
                <a:cubicBezTo>
                  <a:pt x="85075" y="23141"/>
                  <a:pt x="80839" y="18906"/>
                  <a:pt x="75622" y="18906"/>
                </a:cubicBezTo>
                <a:cubicBezTo>
                  <a:pt x="70405" y="18906"/>
                  <a:pt x="66170" y="23141"/>
                  <a:pt x="66170" y="28358"/>
                </a:cubicBezTo>
                <a:cubicBezTo>
                  <a:pt x="66170" y="33576"/>
                  <a:pt x="70405" y="37811"/>
                  <a:pt x="75622" y="37811"/>
                </a:cubicBezTo>
                <a:cubicBezTo>
                  <a:pt x="80839" y="37811"/>
                  <a:pt x="85075" y="33576"/>
                  <a:pt x="85075" y="28358"/>
                </a:cubicBezTo>
                <a:close/>
                <a:moveTo>
                  <a:pt x="75622" y="122886"/>
                </a:moveTo>
                <a:cubicBezTo>
                  <a:pt x="86050" y="122886"/>
                  <a:pt x="94528" y="114408"/>
                  <a:pt x="94528" y="103981"/>
                </a:cubicBezTo>
                <a:cubicBezTo>
                  <a:pt x="94528" y="99195"/>
                  <a:pt x="92756" y="94794"/>
                  <a:pt x="89802" y="91485"/>
                </a:cubicBezTo>
                <a:lnTo>
                  <a:pt x="110332" y="50454"/>
                </a:lnTo>
                <a:cubicBezTo>
                  <a:pt x="112075" y="46939"/>
                  <a:pt x="110657" y="42685"/>
                  <a:pt x="107171" y="40942"/>
                </a:cubicBezTo>
                <a:cubicBezTo>
                  <a:pt x="103685" y="39200"/>
                  <a:pt x="99402" y="40617"/>
                  <a:pt x="97659" y="44103"/>
                </a:cubicBezTo>
                <a:lnTo>
                  <a:pt x="77129" y="85134"/>
                </a:lnTo>
                <a:cubicBezTo>
                  <a:pt x="76627" y="85105"/>
                  <a:pt x="76125" y="85075"/>
                  <a:pt x="75622" y="85075"/>
                </a:cubicBezTo>
                <a:cubicBezTo>
                  <a:pt x="65195" y="85075"/>
                  <a:pt x="56717" y="93553"/>
                  <a:pt x="56717" y="103981"/>
                </a:cubicBezTo>
                <a:cubicBezTo>
                  <a:pt x="56717" y="114408"/>
                  <a:pt x="65195" y="122886"/>
                  <a:pt x="75622" y="122886"/>
                </a:cubicBezTo>
                <a:close/>
                <a:moveTo>
                  <a:pt x="51990" y="42538"/>
                </a:moveTo>
                <a:cubicBezTo>
                  <a:pt x="51990" y="37320"/>
                  <a:pt x="47755" y="33085"/>
                  <a:pt x="42538" y="33085"/>
                </a:cubicBezTo>
                <a:cubicBezTo>
                  <a:pt x="37320" y="33085"/>
                  <a:pt x="33085" y="37320"/>
                  <a:pt x="33085" y="42538"/>
                </a:cubicBezTo>
                <a:cubicBezTo>
                  <a:pt x="33085" y="47755"/>
                  <a:pt x="37320" y="51990"/>
                  <a:pt x="42538" y="51990"/>
                </a:cubicBezTo>
                <a:cubicBezTo>
                  <a:pt x="47755" y="51990"/>
                  <a:pt x="51990" y="47755"/>
                  <a:pt x="51990" y="42538"/>
                </a:cubicBezTo>
                <a:close/>
                <a:moveTo>
                  <a:pt x="28358" y="85075"/>
                </a:moveTo>
                <a:cubicBezTo>
                  <a:pt x="33576" y="85075"/>
                  <a:pt x="37811" y="80839"/>
                  <a:pt x="37811" y="75622"/>
                </a:cubicBezTo>
                <a:cubicBezTo>
                  <a:pt x="37811" y="70405"/>
                  <a:pt x="33576" y="66170"/>
                  <a:pt x="28358" y="66170"/>
                </a:cubicBezTo>
                <a:cubicBezTo>
                  <a:pt x="23141" y="66170"/>
                  <a:pt x="18906" y="70405"/>
                  <a:pt x="18906" y="75622"/>
                </a:cubicBezTo>
                <a:cubicBezTo>
                  <a:pt x="18906" y="80839"/>
                  <a:pt x="23141" y="85075"/>
                  <a:pt x="28358" y="85075"/>
                </a:cubicBezTo>
                <a:close/>
                <a:moveTo>
                  <a:pt x="132339" y="75622"/>
                </a:moveTo>
                <a:cubicBezTo>
                  <a:pt x="132339" y="70405"/>
                  <a:pt x="128103" y="66170"/>
                  <a:pt x="122886" y="66170"/>
                </a:cubicBezTo>
                <a:cubicBezTo>
                  <a:pt x="117669" y="66170"/>
                  <a:pt x="113433" y="70405"/>
                  <a:pt x="113433" y="75622"/>
                </a:cubicBezTo>
                <a:cubicBezTo>
                  <a:pt x="113433" y="80839"/>
                  <a:pt x="117669" y="85075"/>
                  <a:pt x="122886" y="85075"/>
                </a:cubicBezTo>
                <a:cubicBezTo>
                  <a:pt x="128103" y="85075"/>
                  <a:pt x="132339" y="80839"/>
                  <a:pt x="132339" y="75622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7" name="Text 55"/>
          <p:cNvSpPr/>
          <p:nvPr/>
        </p:nvSpPr>
        <p:spPr>
          <a:xfrm>
            <a:off x="6649933" y="6070793"/>
            <a:ext cx="1386409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QoS ve Traffic Shaping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49933" y="6272452"/>
            <a:ext cx="1378007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Bant genişliği yönetimi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81054" y="6811889"/>
            <a:ext cx="151245" cy="151245"/>
          </a:xfrm>
          <a:custGeom>
            <a:avLst/>
            <a:gdLst/>
            <a:ahLst/>
            <a:cxnLst/>
            <a:rect l="l" t="t" r="r" b="b"/>
            <a:pathLst>
              <a:path w="151245" h="151245">
                <a:moveTo>
                  <a:pt x="75622" y="0"/>
                </a:moveTo>
                <a:cubicBezTo>
                  <a:pt x="76981" y="0"/>
                  <a:pt x="78340" y="295"/>
                  <a:pt x="79581" y="857"/>
                </a:cubicBezTo>
                <a:lnTo>
                  <a:pt x="135234" y="24459"/>
                </a:lnTo>
                <a:cubicBezTo>
                  <a:pt x="141733" y="27206"/>
                  <a:pt x="146577" y="33616"/>
                  <a:pt x="146548" y="41356"/>
                </a:cubicBezTo>
                <a:cubicBezTo>
                  <a:pt x="146400" y="70660"/>
                  <a:pt x="134348" y="124275"/>
                  <a:pt x="83450" y="148645"/>
                </a:cubicBezTo>
                <a:cubicBezTo>
                  <a:pt x="78517" y="151008"/>
                  <a:pt x="72786" y="151008"/>
                  <a:pt x="67853" y="148645"/>
                </a:cubicBezTo>
                <a:cubicBezTo>
                  <a:pt x="16926" y="124275"/>
                  <a:pt x="4904" y="70660"/>
                  <a:pt x="4756" y="41356"/>
                </a:cubicBezTo>
                <a:cubicBezTo>
                  <a:pt x="4726" y="33616"/>
                  <a:pt x="9571" y="27206"/>
                  <a:pt x="16070" y="24459"/>
                </a:cubicBezTo>
                <a:lnTo>
                  <a:pt x="71694" y="857"/>
                </a:lnTo>
                <a:cubicBezTo>
                  <a:pt x="72934" y="295"/>
                  <a:pt x="74263" y="0"/>
                  <a:pt x="75622" y="0"/>
                </a:cubicBezTo>
                <a:close/>
                <a:moveTo>
                  <a:pt x="75622" y="19733"/>
                </a:moveTo>
                <a:lnTo>
                  <a:pt x="75622" y="131423"/>
                </a:lnTo>
                <a:cubicBezTo>
                  <a:pt x="116387" y="111691"/>
                  <a:pt x="127347" y="67971"/>
                  <a:pt x="127613" y="41799"/>
                </a:cubicBezTo>
                <a:lnTo>
                  <a:pt x="75622" y="19762"/>
                </a:lnTo>
                <a:lnTo>
                  <a:pt x="75622" y="19762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0" name="Text 58"/>
          <p:cNvSpPr/>
          <p:nvPr/>
        </p:nvSpPr>
        <p:spPr>
          <a:xfrm>
            <a:off x="6649933" y="6778279"/>
            <a:ext cx="1268775" cy="20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VRF (Virtual Routing)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49933" y="6979939"/>
            <a:ext cx="1260372" cy="168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6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Çoklu routing instance'ı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50" y="374850"/>
            <a:ext cx="1150789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spc="103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02 · Çalışma Prensipleri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4850" y="637245"/>
            <a:ext cx="11610982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 Stack Parametreleri ve Tuning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4850" y="1124550"/>
            <a:ext cx="1199520" cy="37485"/>
          </a:xfrm>
          <a:custGeom>
            <a:avLst/>
            <a:gdLst/>
            <a:ahLst/>
            <a:cxnLst/>
            <a:rect l="l" t="t" r="r" b="b"/>
            <a:pathLst>
              <a:path w="1199520" h="37485">
                <a:moveTo>
                  <a:pt x="0" y="0"/>
                </a:moveTo>
                <a:lnTo>
                  <a:pt x="1199520" y="0"/>
                </a:lnTo>
                <a:lnTo>
                  <a:pt x="1199520" y="37485"/>
                </a:lnTo>
                <a:lnTo>
                  <a:pt x="0" y="3748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2347" y="1349460"/>
            <a:ext cx="3709142" cy="2511496"/>
          </a:xfrm>
          <a:custGeom>
            <a:avLst/>
            <a:gdLst/>
            <a:ahLst/>
            <a:cxnLst/>
            <a:rect l="l" t="t" r="r" b="b"/>
            <a:pathLst>
              <a:path w="3709142" h="2511496">
                <a:moveTo>
                  <a:pt x="0" y="0"/>
                </a:moveTo>
                <a:lnTo>
                  <a:pt x="3709142" y="0"/>
                </a:lnTo>
                <a:lnTo>
                  <a:pt x="3709142" y="2511496"/>
                </a:lnTo>
                <a:lnTo>
                  <a:pt x="0" y="2511496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2347" y="1349460"/>
            <a:ext cx="14994" cy="2511496"/>
          </a:xfrm>
          <a:custGeom>
            <a:avLst/>
            <a:gdLst/>
            <a:ahLst/>
            <a:cxnLst/>
            <a:rect l="l" t="t" r="r" b="b"/>
            <a:pathLst>
              <a:path w="14994" h="2511496">
                <a:moveTo>
                  <a:pt x="0" y="0"/>
                </a:moveTo>
                <a:lnTo>
                  <a:pt x="14994" y="0"/>
                </a:lnTo>
                <a:lnTo>
                  <a:pt x="14994" y="2511496"/>
                </a:lnTo>
                <a:lnTo>
                  <a:pt x="0" y="251149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39784" y="1499400"/>
            <a:ext cx="348610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Performans Parametreleri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84" y="1874251"/>
            <a:ext cx="3401765" cy="862155"/>
          </a:xfrm>
          <a:custGeom>
            <a:avLst/>
            <a:gdLst/>
            <a:ahLst/>
            <a:cxnLst/>
            <a:rect l="l" t="t" r="r" b="b"/>
            <a:pathLst>
              <a:path w="3401765" h="862155">
                <a:moveTo>
                  <a:pt x="0" y="0"/>
                </a:moveTo>
                <a:lnTo>
                  <a:pt x="3401765" y="0"/>
                </a:lnTo>
                <a:lnTo>
                  <a:pt x="3401765" y="862155"/>
                </a:lnTo>
                <a:lnTo>
                  <a:pt x="0" y="8621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2239" y="198670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net.core.netdev_max_backlog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2239" y="2211616"/>
            <a:ext cx="32518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interface queue uzunluğu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239" y="243652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Öneri: 30000 (10GbE), 8000 (1GbE)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784" y="2848861"/>
            <a:ext cx="3401765" cy="862155"/>
          </a:xfrm>
          <a:custGeom>
            <a:avLst/>
            <a:gdLst/>
            <a:ahLst/>
            <a:cxnLst/>
            <a:rect l="l" t="t" r="r" b="b"/>
            <a:pathLst>
              <a:path w="3401765" h="862155">
                <a:moveTo>
                  <a:pt x="0" y="0"/>
                </a:moveTo>
                <a:lnTo>
                  <a:pt x="3401765" y="0"/>
                </a:lnTo>
                <a:lnTo>
                  <a:pt x="3401765" y="862155"/>
                </a:lnTo>
                <a:lnTo>
                  <a:pt x="0" y="8621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2239" y="296131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net.ipv4.tcp_fin_timeout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2239" y="3186226"/>
            <a:ext cx="32518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FIN-WAIT-2 zaman aşımı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2239" y="341113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Öneri: 10 (default: 60)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7403" y="1349460"/>
            <a:ext cx="3709142" cy="2511496"/>
          </a:xfrm>
          <a:custGeom>
            <a:avLst/>
            <a:gdLst/>
            <a:ahLst/>
            <a:cxnLst/>
            <a:rect l="l" t="t" r="r" b="b"/>
            <a:pathLst>
              <a:path w="3709142" h="2511496">
                <a:moveTo>
                  <a:pt x="0" y="0"/>
                </a:moveTo>
                <a:lnTo>
                  <a:pt x="3709142" y="0"/>
                </a:lnTo>
                <a:lnTo>
                  <a:pt x="3709142" y="2511496"/>
                </a:lnTo>
                <a:lnTo>
                  <a:pt x="0" y="2511496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247403" y="1349460"/>
            <a:ext cx="14994" cy="2511496"/>
          </a:xfrm>
          <a:custGeom>
            <a:avLst/>
            <a:gdLst/>
            <a:ahLst/>
            <a:cxnLst/>
            <a:rect l="l" t="t" r="r" b="b"/>
            <a:pathLst>
              <a:path w="14994" h="2511496">
                <a:moveTo>
                  <a:pt x="0" y="0"/>
                </a:moveTo>
                <a:lnTo>
                  <a:pt x="14994" y="0"/>
                </a:lnTo>
                <a:lnTo>
                  <a:pt x="14994" y="2511496"/>
                </a:lnTo>
                <a:lnTo>
                  <a:pt x="0" y="251149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8" name="Text 16"/>
          <p:cNvSpPr/>
          <p:nvPr/>
        </p:nvSpPr>
        <p:spPr>
          <a:xfrm>
            <a:off x="4404840" y="1499400"/>
            <a:ext cx="348610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Bağlantı Yönetimi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04840" y="1874251"/>
            <a:ext cx="3401765" cy="862155"/>
          </a:xfrm>
          <a:custGeom>
            <a:avLst/>
            <a:gdLst/>
            <a:ahLst/>
            <a:cxnLst/>
            <a:rect l="l" t="t" r="r" b="b"/>
            <a:pathLst>
              <a:path w="3401765" h="862155">
                <a:moveTo>
                  <a:pt x="0" y="0"/>
                </a:moveTo>
                <a:lnTo>
                  <a:pt x="3401765" y="0"/>
                </a:lnTo>
                <a:lnTo>
                  <a:pt x="3401765" y="862155"/>
                </a:lnTo>
                <a:lnTo>
                  <a:pt x="0" y="8621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17295" y="198670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net.ipv4.tcp_tw_reuse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17295" y="2211616"/>
            <a:ext cx="32518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TIME-WAIT socket yeniden kullanımı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17295" y="243652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Öneri: 1 (loopback için 2)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4840" y="2848861"/>
            <a:ext cx="3401765" cy="862155"/>
          </a:xfrm>
          <a:custGeom>
            <a:avLst/>
            <a:gdLst/>
            <a:ahLst/>
            <a:cxnLst/>
            <a:rect l="l" t="t" r="r" b="b"/>
            <a:pathLst>
              <a:path w="3401765" h="862155">
                <a:moveTo>
                  <a:pt x="0" y="0"/>
                </a:moveTo>
                <a:lnTo>
                  <a:pt x="3401765" y="0"/>
                </a:lnTo>
                <a:lnTo>
                  <a:pt x="3401765" y="862155"/>
                </a:lnTo>
                <a:lnTo>
                  <a:pt x="0" y="8621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17295" y="296131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net.ipv4.tcp_max_syn_backlog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17295" y="3186226"/>
            <a:ext cx="32518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 flood koruması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17295" y="341113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Yüksek trafik için artırın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12459" y="1349460"/>
            <a:ext cx="3709142" cy="2511496"/>
          </a:xfrm>
          <a:custGeom>
            <a:avLst/>
            <a:gdLst/>
            <a:ahLst/>
            <a:cxnLst/>
            <a:rect l="l" t="t" r="r" b="b"/>
            <a:pathLst>
              <a:path w="3709142" h="2511496">
                <a:moveTo>
                  <a:pt x="0" y="0"/>
                </a:moveTo>
                <a:lnTo>
                  <a:pt x="3709142" y="0"/>
                </a:lnTo>
                <a:lnTo>
                  <a:pt x="3709142" y="2511496"/>
                </a:lnTo>
                <a:lnTo>
                  <a:pt x="0" y="2511496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12459" y="1349460"/>
            <a:ext cx="14994" cy="2511496"/>
          </a:xfrm>
          <a:custGeom>
            <a:avLst/>
            <a:gdLst/>
            <a:ahLst/>
            <a:cxnLst/>
            <a:rect l="l" t="t" r="r" b="b"/>
            <a:pathLst>
              <a:path w="14994" h="2511496">
                <a:moveTo>
                  <a:pt x="0" y="0"/>
                </a:moveTo>
                <a:lnTo>
                  <a:pt x="14994" y="0"/>
                </a:lnTo>
                <a:lnTo>
                  <a:pt x="14994" y="2511496"/>
                </a:lnTo>
                <a:lnTo>
                  <a:pt x="0" y="2511496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29" name="Text 27"/>
          <p:cNvSpPr/>
          <p:nvPr/>
        </p:nvSpPr>
        <p:spPr>
          <a:xfrm>
            <a:off x="8269897" y="1499400"/>
            <a:ext cx="348610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Management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69897" y="1874251"/>
            <a:ext cx="3401765" cy="862155"/>
          </a:xfrm>
          <a:custGeom>
            <a:avLst/>
            <a:gdLst/>
            <a:ahLst/>
            <a:cxnLst/>
            <a:rect l="l" t="t" r="r" b="b"/>
            <a:pathLst>
              <a:path w="3401765" h="862155">
                <a:moveTo>
                  <a:pt x="0" y="0"/>
                </a:moveTo>
                <a:lnTo>
                  <a:pt x="3401765" y="0"/>
                </a:lnTo>
                <a:lnTo>
                  <a:pt x="3401765" y="862155"/>
                </a:lnTo>
                <a:lnTo>
                  <a:pt x="0" y="8621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382352" y="198670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net.core.rmem_max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82352" y="2211616"/>
            <a:ext cx="32518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receive buffer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2352" y="243652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10GbE: 64MB, 1GbE: 16MB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69897" y="2848861"/>
            <a:ext cx="3401765" cy="862155"/>
          </a:xfrm>
          <a:custGeom>
            <a:avLst/>
            <a:gdLst/>
            <a:ahLst/>
            <a:cxnLst/>
            <a:rect l="l" t="t" r="r" b="b"/>
            <a:pathLst>
              <a:path w="3401765" h="862155">
                <a:moveTo>
                  <a:pt x="0" y="0"/>
                </a:moveTo>
                <a:lnTo>
                  <a:pt x="3401765" y="0"/>
                </a:lnTo>
                <a:lnTo>
                  <a:pt x="3401765" y="862155"/>
                </a:lnTo>
                <a:lnTo>
                  <a:pt x="0" y="8621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382352" y="296131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net.core.wmem_max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2352" y="3186226"/>
            <a:ext cx="32518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send buffer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2352" y="3411136"/>
            <a:ext cx="324245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10GbE: 64MB, 1GbE: 16MB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2347" y="4010896"/>
            <a:ext cx="5639620" cy="2848861"/>
          </a:xfrm>
          <a:custGeom>
            <a:avLst/>
            <a:gdLst/>
            <a:ahLst/>
            <a:cxnLst/>
            <a:rect l="l" t="t" r="r" b="b"/>
            <a:pathLst>
              <a:path w="5639620" h="2848861">
                <a:moveTo>
                  <a:pt x="0" y="0"/>
                </a:moveTo>
                <a:lnTo>
                  <a:pt x="5639620" y="0"/>
                </a:lnTo>
                <a:lnTo>
                  <a:pt x="5639620" y="2848861"/>
                </a:lnTo>
                <a:lnTo>
                  <a:pt x="0" y="284886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2347" y="4010896"/>
            <a:ext cx="14994" cy="2848861"/>
          </a:xfrm>
          <a:custGeom>
            <a:avLst/>
            <a:gdLst/>
            <a:ahLst/>
            <a:cxnLst/>
            <a:rect l="l" t="t" r="r" b="b"/>
            <a:pathLst>
              <a:path w="14994" h="2848861">
                <a:moveTo>
                  <a:pt x="0" y="0"/>
                </a:moveTo>
                <a:lnTo>
                  <a:pt x="14994" y="0"/>
                </a:lnTo>
                <a:lnTo>
                  <a:pt x="14994" y="2848861"/>
                </a:lnTo>
                <a:lnTo>
                  <a:pt x="0" y="284886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0" name="Text 38"/>
          <p:cNvSpPr/>
          <p:nvPr/>
        </p:nvSpPr>
        <p:spPr>
          <a:xfrm>
            <a:off x="577269" y="4198321"/>
            <a:ext cx="5350985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Uygulama Örnekleri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7269" y="4573171"/>
            <a:ext cx="5257273" cy="412335"/>
          </a:xfrm>
          <a:custGeom>
            <a:avLst/>
            <a:gdLst/>
            <a:ahLst/>
            <a:cxnLst/>
            <a:rect l="l" t="t" r="r" b="b"/>
            <a:pathLst>
              <a:path w="5257273" h="412335">
                <a:moveTo>
                  <a:pt x="0" y="0"/>
                </a:moveTo>
                <a:lnTo>
                  <a:pt x="5257273" y="0"/>
                </a:lnTo>
                <a:lnTo>
                  <a:pt x="5257273" y="412335"/>
                </a:lnTo>
                <a:lnTo>
                  <a:pt x="0" y="41233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77269" y="4573171"/>
            <a:ext cx="5322872" cy="412335"/>
          </a:xfrm>
          <a:prstGeom prst="rect">
            <a:avLst/>
          </a:prstGeom>
          <a:noFill/>
          <a:ln/>
        </p:spPr>
        <p:txBody>
          <a:bodyPr wrap="square" lIns="112455" tIns="112455" rIns="112455" bIns="11245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sysctl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-w net.ipv4.tcp_fin_timeout=10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7269" y="5060477"/>
            <a:ext cx="5257273" cy="412335"/>
          </a:xfrm>
          <a:custGeom>
            <a:avLst/>
            <a:gdLst/>
            <a:ahLst/>
            <a:cxnLst/>
            <a:rect l="l" t="t" r="r" b="b"/>
            <a:pathLst>
              <a:path w="5257273" h="412335">
                <a:moveTo>
                  <a:pt x="0" y="0"/>
                </a:moveTo>
                <a:lnTo>
                  <a:pt x="5257273" y="0"/>
                </a:lnTo>
                <a:lnTo>
                  <a:pt x="5257273" y="412335"/>
                </a:lnTo>
                <a:lnTo>
                  <a:pt x="0" y="41233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77269" y="5060477"/>
            <a:ext cx="5322872" cy="412335"/>
          </a:xfrm>
          <a:prstGeom prst="rect">
            <a:avLst/>
          </a:prstGeom>
          <a:noFill/>
          <a:ln/>
        </p:spPr>
        <p:txBody>
          <a:bodyPr wrap="square" lIns="112455" tIns="112455" rIns="112455" bIns="11245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sysctl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-w net.core.netdev_max_backlog=30000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7269" y="5547782"/>
            <a:ext cx="5257273" cy="412335"/>
          </a:xfrm>
          <a:custGeom>
            <a:avLst/>
            <a:gdLst/>
            <a:ahLst/>
            <a:cxnLst/>
            <a:rect l="l" t="t" r="r" b="b"/>
            <a:pathLst>
              <a:path w="5257273" h="412335">
                <a:moveTo>
                  <a:pt x="0" y="0"/>
                </a:moveTo>
                <a:lnTo>
                  <a:pt x="5257273" y="0"/>
                </a:lnTo>
                <a:lnTo>
                  <a:pt x="5257273" y="412335"/>
                </a:lnTo>
                <a:lnTo>
                  <a:pt x="0" y="41233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77269" y="5547782"/>
            <a:ext cx="5322872" cy="412335"/>
          </a:xfrm>
          <a:prstGeom prst="rect">
            <a:avLst/>
          </a:prstGeom>
          <a:noFill/>
          <a:ln/>
        </p:spPr>
        <p:txBody>
          <a:bodyPr wrap="square" lIns="112455" tIns="112455" rIns="112455" bIns="11245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sysctl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-p /etc/sysctl.conf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7269" y="6259997"/>
            <a:ext cx="5257273" cy="412335"/>
          </a:xfrm>
          <a:custGeom>
            <a:avLst/>
            <a:gdLst/>
            <a:ahLst/>
            <a:cxnLst/>
            <a:rect l="l" t="t" r="r" b="b"/>
            <a:pathLst>
              <a:path w="5257273" h="412335">
                <a:moveTo>
                  <a:pt x="0" y="0"/>
                </a:moveTo>
                <a:lnTo>
                  <a:pt x="5257273" y="0"/>
                </a:lnTo>
                <a:lnTo>
                  <a:pt x="5257273" y="412335"/>
                </a:lnTo>
                <a:lnTo>
                  <a:pt x="0" y="412335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8467" y="6394942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65599" y="0"/>
                </a:moveTo>
                <a:cubicBezTo>
                  <a:pt x="69366" y="0"/>
                  <a:pt x="72825" y="2076"/>
                  <a:pt x="74619" y="5381"/>
                </a:cubicBezTo>
                <a:lnTo>
                  <a:pt x="129968" y="107879"/>
                </a:lnTo>
                <a:cubicBezTo>
                  <a:pt x="131684" y="111057"/>
                  <a:pt x="131608" y="114900"/>
                  <a:pt x="129763" y="118001"/>
                </a:cubicBezTo>
                <a:cubicBezTo>
                  <a:pt x="127918" y="121101"/>
                  <a:pt x="124561" y="122998"/>
                  <a:pt x="120948" y="122998"/>
                </a:cubicBezTo>
                <a:lnTo>
                  <a:pt x="10250" y="122998"/>
                </a:lnTo>
                <a:cubicBezTo>
                  <a:pt x="6637" y="122998"/>
                  <a:pt x="3306" y="121101"/>
                  <a:pt x="1435" y="118001"/>
                </a:cubicBezTo>
                <a:cubicBezTo>
                  <a:pt x="-436" y="114900"/>
                  <a:pt x="-487" y="111057"/>
                  <a:pt x="1230" y="107879"/>
                </a:cubicBezTo>
                <a:lnTo>
                  <a:pt x="56579" y="5381"/>
                </a:lnTo>
                <a:cubicBezTo>
                  <a:pt x="58373" y="2076"/>
                  <a:pt x="61832" y="0"/>
                  <a:pt x="65599" y="0"/>
                </a:cubicBezTo>
                <a:close/>
                <a:moveTo>
                  <a:pt x="65599" y="43049"/>
                </a:moveTo>
                <a:cubicBezTo>
                  <a:pt x="62191" y="43049"/>
                  <a:pt x="59449" y="45791"/>
                  <a:pt x="59449" y="49199"/>
                </a:cubicBezTo>
                <a:lnTo>
                  <a:pt x="59449" y="77899"/>
                </a:lnTo>
                <a:cubicBezTo>
                  <a:pt x="59449" y="81307"/>
                  <a:pt x="62191" y="84048"/>
                  <a:pt x="65599" y="84048"/>
                </a:cubicBezTo>
                <a:cubicBezTo>
                  <a:pt x="69007" y="84048"/>
                  <a:pt x="71749" y="81307"/>
                  <a:pt x="71749" y="77899"/>
                </a:cubicBezTo>
                <a:lnTo>
                  <a:pt x="71749" y="49199"/>
                </a:lnTo>
                <a:cubicBezTo>
                  <a:pt x="71749" y="45791"/>
                  <a:pt x="69007" y="43049"/>
                  <a:pt x="65599" y="43049"/>
                </a:cubicBezTo>
                <a:close/>
                <a:moveTo>
                  <a:pt x="72441" y="98398"/>
                </a:moveTo>
                <a:cubicBezTo>
                  <a:pt x="72596" y="95859"/>
                  <a:pt x="71330" y="93442"/>
                  <a:pt x="69153" y="92126"/>
                </a:cubicBezTo>
                <a:cubicBezTo>
                  <a:pt x="66976" y="90809"/>
                  <a:pt x="64248" y="90809"/>
                  <a:pt x="62071" y="92126"/>
                </a:cubicBezTo>
                <a:cubicBezTo>
                  <a:pt x="59893" y="93442"/>
                  <a:pt x="58627" y="95859"/>
                  <a:pt x="58783" y="98398"/>
                </a:cubicBezTo>
                <a:cubicBezTo>
                  <a:pt x="58627" y="100938"/>
                  <a:pt x="59893" y="103354"/>
                  <a:pt x="62071" y="104671"/>
                </a:cubicBezTo>
                <a:cubicBezTo>
                  <a:pt x="64248" y="105988"/>
                  <a:pt x="66976" y="105988"/>
                  <a:pt x="69153" y="104671"/>
                </a:cubicBezTo>
                <a:cubicBezTo>
                  <a:pt x="71330" y="103354"/>
                  <a:pt x="72596" y="100938"/>
                  <a:pt x="72441" y="98398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9" name="Text 47"/>
          <p:cNvSpPr/>
          <p:nvPr/>
        </p:nvSpPr>
        <p:spPr>
          <a:xfrm>
            <a:off x="913727" y="6372452"/>
            <a:ext cx="4873959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Kalıcılık için: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/etc/sysctl.conf veya /etc/sysctl.d/*.conf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9990" y="4010896"/>
            <a:ext cx="5639620" cy="2848861"/>
          </a:xfrm>
          <a:custGeom>
            <a:avLst/>
            <a:gdLst/>
            <a:ahLst/>
            <a:cxnLst/>
            <a:rect l="l" t="t" r="r" b="b"/>
            <a:pathLst>
              <a:path w="5639620" h="2848861">
                <a:moveTo>
                  <a:pt x="0" y="0"/>
                </a:moveTo>
                <a:lnTo>
                  <a:pt x="5639620" y="0"/>
                </a:lnTo>
                <a:lnTo>
                  <a:pt x="5639620" y="2848861"/>
                </a:lnTo>
                <a:lnTo>
                  <a:pt x="0" y="284886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179990" y="4010896"/>
            <a:ext cx="14994" cy="2848861"/>
          </a:xfrm>
          <a:custGeom>
            <a:avLst/>
            <a:gdLst/>
            <a:ahLst/>
            <a:cxnLst/>
            <a:rect l="l" t="t" r="r" b="b"/>
            <a:pathLst>
              <a:path w="14994" h="2848861">
                <a:moveTo>
                  <a:pt x="0" y="0"/>
                </a:moveTo>
                <a:lnTo>
                  <a:pt x="14994" y="0"/>
                </a:lnTo>
                <a:lnTo>
                  <a:pt x="14994" y="2848861"/>
                </a:lnTo>
                <a:lnTo>
                  <a:pt x="0" y="284886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2" name="Text 50"/>
          <p:cNvSpPr/>
          <p:nvPr/>
        </p:nvSpPr>
        <p:spPr>
          <a:xfrm>
            <a:off x="6374912" y="4198321"/>
            <a:ext cx="5350985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Congestion Control Algoritmaları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4912" y="4573171"/>
            <a:ext cx="5257273" cy="449820"/>
          </a:xfrm>
          <a:custGeom>
            <a:avLst/>
            <a:gdLst/>
            <a:ahLst/>
            <a:cxnLst/>
            <a:rect l="l" t="t" r="r" b="b"/>
            <a:pathLst>
              <a:path w="5257273" h="449820">
                <a:moveTo>
                  <a:pt x="0" y="0"/>
                </a:moveTo>
                <a:lnTo>
                  <a:pt x="5257273" y="0"/>
                </a:lnTo>
                <a:lnTo>
                  <a:pt x="5257273" y="449820"/>
                </a:lnTo>
                <a:lnTo>
                  <a:pt x="0" y="44982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87367" y="4685626"/>
            <a:ext cx="43107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cubic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792638" y="4704369"/>
            <a:ext cx="796556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 default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74912" y="5135447"/>
            <a:ext cx="5257273" cy="449820"/>
          </a:xfrm>
          <a:custGeom>
            <a:avLst/>
            <a:gdLst/>
            <a:ahLst/>
            <a:cxnLst/>
            <a:rect l="l" t="t" r="r" b="b"/>
            <a:pathLst>
              <a:path w="5257273" h="449820">
                <a:moveTo>
                  <a:pt x="0" y="0"/>
                </a:moveTo>
                <a:lnTo>
                  <a:pt x="5257273" y="0"/>
                </a:lnTo>
                <a:lnTo>
                  <a:pt x="5257273" y="449820"/>
                </a:lnTo>
                <a:lnTo>
                  <a:pt x="0" y="44982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87367" y="5247902"/>
            <a:ext cx="3654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htcp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291042" y="5266644"/>
            <a:ext cx="1293233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High-speed networks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74912" y="5697722"/>
            <a:ext cx="5257273" cy="449820"/>
          </a:xfrm>
          <a:custGeom>
            <a:avLst/>
            <a:gdLst/>
            <a:ahLst/>
            <a:cxnLst/>
            <a:rect l="l" t="t" r="r" b="b"/>
            <a:pathLst>
              <a:path w="5257273" h="449820">
                <a:moveTo>
                  <a:pt x="0" y="0"/>
                </a:moveTo>
                <a:lnTo>
                  <a:pt x="5257273" y="0"/>
                </a:lnTo>
                <a:lnTo>
                  <a:pt x="5257273" y="449820"/>
                </a:lnTo>
                <a:lnTo>
                  <a:pt x="0" y="44982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487367" y="5810177"/>
            <a:ext cx="29988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bbr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613413" y="5828919"/>
            <a:ext cx="974610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BBR (v2)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74912" y="6259997"/>
            <a:ext cx="5257273" cy="412335"/>
          </a:xfrm>
          <a:custGeom>
            <a:avLst/>
            <a:gdLst/>
            <a:ahLst/>
            <a:cxnLst/>
            <a:rect l="l" t="t" r="r" b="b"/>
            <a:pathLst>
              <a:path w="5257273" h="412335">
                <a:moveTo>
                  <a:pt x="0" y="0"/>
                </a:moveTo>
                <a:lnTo>
                  <a:pt x="5257273" y="0"/>
                </a:lnTo>
                <a:lnTo>
                  <a:pt x="5257273" y="412335"/>
                </a:lnTo>
                <a:lnTo>
                  <a:pt x="0" y="41233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374912" y="6259997"/>
            <a:ext cx="5322872" cy="412335"/>
          </a:xfrm>
          <a:prstGeom prst="rect">
            <a:avLst/>
          </a:prstGeom>
          <a:noFill/>
          <a:ln/>
        </p:spPr>
        <p:txBody>
          <a:bodyPr wrap="square" lIns="112455" tIns="112455" rIns="112455" bIns="112455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sysctl</a:t>
            </a:r>
            <a:pPr>
              <a:lnSpc>
                <a:spcPct val="120000"/>
              </a:lnSpc>
            </a:pPr>
            <a:r>
              <a:rPr lang="en-US" sz="1033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-w net.ipv4.tcp_congestion_control=bbr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erverspace.io/c7112829853574c5ac4338addbe375d4f2b888c9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7531" r="753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164315"/>
            <a:ext cx="1188720" cy="350520"/>
          </a:xfrm>
          <a:custGeom>
            <a:avLst/>
            <a:gdLst/>
            <a:ahLst/>
            <a:cxnLst/>
            <a:rect l="l" t="t" r="r" b="b"/>
            <a:pathLst>
              <a:path w="1188720" h="350520">
                <a:moveTo>
                  <a:pt x="38102" y="0"/>
                </a:moveTo>
                <a:lnTo>
                  <a:pt x="1150618" y="0"/>
                </a:lnTo>
                <a:cubicBezTo>
                  <a:pt x="1171661" y="0"/>
                  <a:pt x="1188720" y="17059"/>
                  <a:pt x="1188720" y="38102"/>
                </a:cubicBezTo>
                <a:lnTo>
                  <a:pt x="1188720" y="312418"/>
                </a:lnTo>
                <a:cubicBezTo>
                  <a:pt x="1188720" y="333461"/>
                  <a:pt x="1171661" y="350520"/>
                  <a:pt x="1150618" y="350520"/>
                </a:cubicBezTo>
                <a:lnTo>
                  <a:pt x="38102" y="350520"/>
                </a:lnTo>
                <a:cubicBezTo>
                  <a:pt x="17059" y="350520"/>
                  <a:pt x="0" y="333461"/>
                  <a:pt x="0" y="3124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C7E9A">
              <a:alpha val="20000"/>
            </a:srgbClr>
          </a:solidFill>
          <a:ln w="10160">
            <a:solidFill>
              <a:srgbClr val="4C7E9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2206228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47246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İyi Uygulama Yöntemleri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9024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33146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Endüstri standartları ve tavsiye edilen uygulama yöntemleri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00" y="320000"/>
            <a:ext cx="1160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spc="88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03 · En İyi Uygulama Yöntemleri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000" y="544000"/>
            <a:ext cx="11696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Konfigürasyon Yönetimi: Üçlü Karşılaştırma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00" y="960000"/>
            <a:ext cx="1024000" cy="32000"/>
          </a:xfrm>
          <a:custGeom>
            <a:avLst/>
            <a:gdLst/>
            <a:ahLst/>
            <a:cxnLst/>
            <a:rect l="l" t="t" r="r" b="b"/>
            <a:pathLst>
              <a:path w="1024000" h="32000">
                <a:moveTo>
                  <a:pt x="0" y="0"/>
                </a:moveTo>
                <a:lnTo>
                  <a:pt x="1024000" y="0"/>
                </a:lnTo>
                <a:lnTo>
                  <a:pt x="1024000" y="32000"/>
                </a:lnTo>
                <a:lnTo>
                  <a:pt x="0" y="32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26400" y="1120000"/>
            <a:ext cx="3758400" cy="3040000"/>
          </a:xfrm>
          <a:custGeom>
            <a:avLst/>
            <a:gdLst/>
            <a:ahLst/>
            <a:cxnLst/>
            <a:rect l="l" t="t" r="r" b="b"/>
            <a:pathLst>
              <a:path w="3758400" h="3040000">
                <a:moveTo>
                  <a:pt x="0" y="0"/>
                </a:moveTo>
                <a:lnTo>
                  <a:pt x="3758400" y="0"/>
                </a:lnTo>
                <a:lnTo>
                  <a:pt x="3758400" y="3040000"/>
                </a:lnTo>
                <a:lnTo>
                  <a:pt x="0" y="30400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6400" y="1120000"/>
            <a:ext cx="12800" cy="3040000"/>
          </a:xfrm>
          <a:custGeom>
            <a:avLst/>
            <a:gdLst/>
            <a:ahLst/>
            <a:cxnLst/>
            <a:rect l="l" t="t" r="r" b="b"/>
            <a:pathLst>
              <a:path w="12800" h="3040000">
                <a:moveTo>
                  <a:pt x="0" y="0"/>
                </a:moveTo>
                <a:lnTo>
                  <a:pt x="12800" y="0"/>
                </a:lnTo>
                <a:lnTo>
                  <a:pt x="12800" y="3040000"/>
                </a:lnTo>
                <a:lnTo>
                  <a:pt x="0" y="3040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Shape 5"/>
          <p:cNvSpPr/>
          <p:nvPr/>
        </p:nvSpPr>
        <p:spPr>
          <a:xfrm>
            <a:off x="490800" y="1280000"/>
            <a:ext cx="140000" cy="160000"/>
          </a:xfrm>
          <a:custGeom>
            <a:avLst/>
            <a:gdLst/>
            <a:ahLst/>
            <a:cxnLst/>
            <a:rect l="l" t="t" r="r" b="b"/>
            <a:pathLst>
              <a:path w="140000" h="160000">
                <a:moveTo>
                  <a:pt x="20000" y="10000"/>
                </a:moveTo>
                <a:cubicBezTo>
                  <a:pt x="8969" y="10000"/>
                  <a:pt x="0" y="18969"/>
                  <a:pt x="0" y="30000"/>
                </a:cubicBezTo>
                <a:lnTo>
                  <a:pt x="0" y="50000"/>
                </a:lnTo>
                <a:cubicBezTo>
                  <a:pt x="0" y="61031"/>
                  <a:pt x="8969" y="70000"/>
                  <a:pt x="20000" y="70000"/>
                </a:cubicBezTo>
                <a:lnTo>
                  <a:pt x="120000" y="70000"/>
                </a:lnTo>
                <a:cubicBezTo>
                  <a:pt x="131031" y="70000"/>
                  <a:pt x="140000" y="61031"/>
                  <a:pt x="140000" y="50000"/>
                </a:cubicBezTo>
                <a:lnTo>
                  <a:pt x="140000" y="30000"/>
                </a:lnTo>
                <a:cubicBezTo>
                  <a:pt x="140000" y="18969"/>
                  <a:pt x="131031" y="10000"/>
                  <a:pt x="120000" y="10000"/>
                </a:cubicBezTo>
                <a:lnTo>
                  <a:pt x="20000" y="10000"/>
                </a:lnTo>
                <a:close/>
                <a:moveTo>
                  <a:pt x="87500" y="32500"/>
                </a:moveTo>
                <a:cubicBezTo>
                  <a:pt x="91639" y="32500"/>
                  <a:pt x="95000" y="35861"/>
                  <a:pt x="95000" y="40000"/>
                </a:cubicBezTo>
                <a:cubicBezTo>
                  <a:pt x="95000" y="44139"/>
                  <a:pt x="91639" y="47500"/>
                  <a:pt x="87500" y="47500"/>
                </a:cubicBezTo>
                <a:cubicBezTo>
                  <a:pt x="83361" y="47500"/>
                  <a:pt x="80000" y="44139"/>
                  <a:pt x="80000" y="40000"/>
                </a:cubicBezTo>
                <a:cubicBezTo>
                  <a:pt x="80000" y="35861"/>
                  <a:pt x="83361" y="32500"/>
                  <a:pt x="87500" y="32500"/>
                </a:cubicBezTo>
                <a:close/>
                <a:moveTo>
                  <a:pt x="105000" y="40000"/>
                </a:moveTo>
                <a:cubicBezTo>
                  <a:pt x="105000" y="35861"/>
                  <a:pt x="108361" y="32500"/>
                  <a:pt x="112500" y="32500"/>
                </a:cubicBezTo>
                <a:cubicBezTo>
                  <a:pt x="116639" y="32500"/>
                  <a:pt x="120000" y="35861"/>
                  <a:pt x="120000" y="40000"/>
                </a:cubicBezTo>
                <a:cubicBezTo>
                  <a:pt x="120000" y="44139"/>
                  <a:pt x="116639" y="47500"/>
                  <a:pt x="112500" y="47500"/>
                </a:cubicBezTo>
                <a:cubicBezTo>
                  <a:pt x="108361" y="47500"/>
                  <a:pt x="105000" y="44139"/>
                  <a:pt x="105000" y="40000"/>
                </a:cubicBezTo>
                <a:close/>
                <a:moveTo>
                  <a:pt x="20000" y="90000"/>
                </a:moveTo>
                <a:cubicBezTo>
                  <a:pt x="8969" y="90000"/>
                  <a:pt x="0" y="98969"/>
                  <a:pt x="0" y="110000"/>
                </a:cubicBezTo>
                <a:lnTo>
                  <a:pt x="0" y="130000"/>
                </a:lnTo>
                <a:cubicBezTo>
                  <a:pt x="0" y="141031"/>
                  <a:pt x="8969" y="150000"/>
                  <a:pt x="20000" y="150000"/>
                </a:cubicBezTo>
                <a:lnTo>
                  <a:pt x="120000" y="150000"/>
                </a:lnTo>
                <a:cubicBezTo>
                  <a:pt x="131031" y="150000"/>
                  <a:pt x="140000" y="141031"/>
                  <a:pt x="140000" y="130000"/>
                </a:cubicBezTo>
                <a:lnTo>
                  <a:pt x="140000" y="110000"/>
                </a:lnTo>
                <a:cubicBezTo>
                  <a:pt x="140000" y="98969"/>
                  <a:pt x="131031" y="90000"/>
                  <a:pt x="120000" y="90000"/>
                </a:cubicBezTo>
                <a:lnTo>
                  <a:pt x="20000" y="90000"/>
                </a:lnTo>
                <a:close/>
                <a:moveTo>
                  <a:pt x="87500" y="112500"/>
                </a:moveTo>
                <a:cubicBezTo>
                  <a:pt x="91639" y="112500"/>
                  <a:pt x="95000" y="115861"/>
                  <a:pt x="95000" y="120000"/>
                </a:cubicBezTo>
                <a:cubicBezTo>
                  <a:pt x="95000" y="124139"/>
                  <a:pt x="91639" y="127500"/>
                  <a:pt x="87500" y="127500"/>
                </a:cubicBezTo>
                <a:cubicBezTo>
                  <a:pt x="83361" y="127500"/>
                  <a:pt x="80000" y="124139"/>
                  <a:pt x="80000" y="120000"/>
                </a:cubicBezTo>
                <a:cubicBezTo>
                  <a:pt x="80000" y="115861"/>
                  <a:pt x="83361" y="112500"/>
                  <a:pt x="87500" y="112500"/>
                </a:cubicBezTo>
                <a:close/>
                <a:moveTo>
                  <a:pt x="105000" y="120000"/>
                </a:moveTo>
                <a:cubicBezTo>
                  <a:pt x="105000" y="115861"/>
                  <a:pt x="108361" y="112500"/>
                  <a:pt x="112500" y="112500"/>
                </a:cubicBezTo>
                <a:cubicBezTo>
                  <a:pt x="116639" y="112500"/>
                  <a:pt x="120000" y="115861"/>
                  <a:pt x="120000" y="120000"/>
                </a:cubicBezTo>
                <a:cubicBezTo>
                  <a:pt x="120000" y="124139"/>
                  <a:pt x="116639" y="127500"/>
                  <a:pt x="112500" y="127500"/>
                </a:cubicBezTo>
                <a:cubicBezTo>
                  <a:pt x="108361" y="127500"/>
                  <a:pt x="105000" y="124139"/>
                  <a:pt x="105000" y="12000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6"/>
          <p:cNvSpPr/>
          <p:nvPr/>
        </p:nvSpPr>
        <p:spPr>
          <a:xfrm>
            <a:off x="756800" y="1248000"/>
            <a:ext cx="1416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systemd-networkd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0800" y="1568000"/>
            <a:ext cx="3496000" cy="1120000"/>
          </a:xfrm>
          <a:custGeom>
            <a:avLst/>
            <a:gdLst/>
            <a:ahLst/>
            <a:cxnLst/>
            <a:rect l="l" t="t" r="r" b="b"/>
            <a:pathLst>
              <a:path w="3496000" h="1120000">
                <a:moveTo>
                  <a:pt x="0" y="0"/>
                </a:moveTo>
                <a:lnTo>
                  <a:pt x="3496000" y="0"/>
                </a:lnTo>
                <a:lnTo>
                  <a:pt x="3496000" y="1120000"/>
                </a:lnTo>
                <a:lnTo>
                  <a:pt x="0" y="1120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6800" y="1664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Avantajlar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6800" y="1856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Hafif ve hızlı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6800" y="2048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systemd ile entegrasyon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6800" y="2240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CLI-only yönetim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6800" y="2432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VLAN/bridge/bonding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0800" y="2752000"/>
            <a:ext cx="3496000" cy="928000"/>
          </a:xfrm>
          <a:custGeom>
            <a:avLst/>
            <a:gdLst/>
            <a:ahLst/>
            <a:cxnLst/>
            <a:rect l="l" t="t" r="r" b="b"/>
            <a:pathLst>
              <a:path w="3496000" h="928000">
                <a:moveTo>
                  <a:pt x="0" y="0"/>
                </a:moveTo>
                <a:lnTo>
                  <a:pt x="3496000" y="0"/>
                </a:lnTo>
                <a:lnTo>
                  <a:pt x="3496000" y="928000"/>
                </a:lnTo>
                <a:lnTo>
                  <a:pt x="0" y="92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56800" y="2848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Dezavantajlar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6800" y="3040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GUI desteği yok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6800" y="3232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Wi-Fi desteği sınırlı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6800" y="3424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Öğrenme eğrisi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0800" y="3744000"/>
            <a:ext cx="3496000" cy="288000"/>
          </a:xfrm>
          <a:custGeom>
            <a:avLst/>
            <a:gdLst/>
            <a:ahLst/>
            <a:cxnLst/>
            <a:rect l="l" t="t" r="r" b="b"/>
            <a:pathLst>
              <a:path w="3496000" h="288000">
                <a:moveTo>
                  <a:pt x="0" y="0"/>
                </a:moveTo>
                <a:lnTo>
                  <a:pt x="3496000" y="0"/>
                </a:lnTo>
                <a:lnTo>
                  <a:pt x="3496000" y="288000"/>
                </a:lnTo>
                <a:lnTo>
                  <a:pt x="0" y="288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4800" y="3808000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İdeal:</a:t>
            </a:r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Sunucu, embedded, minimal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18500" y="1120000"/>
            <a:ext cx="3758400" cy="3040000"/>
          </a:xfrm>
          <a:custGeom>
            <a:avLst/>
            <a:gdLst/>
            <a:ahLst/>
            <a:cxnLst/>
            <a:rect l="l" t="t" r="r" b="b"/>
            <a:pathLst>
              <a:path w="3758400" h="3040000">
                <a:moveTo>
                  <a:pt x="0" y="0"/>
                </a:moveTo>
                <a:lnTo>
                  <a:pt x="3758400" y="0"/>
                </a:lnTo>
                <a:lnTo>
                  <a:pt x="3758400" y="3040000"/>
                </a:lnTo>
                <a:lnTo>
                  <a:pt x="0" y="30400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218500" y="1120000"/>
            <a:ext cx="12800" cy="3040000"/>
          </a:xfrm>
          <a:custGeom>
            <a:avLst/>
            <a:gdLst/>
            <a:ahLst/>
            <a:cxnLst/>
            <a:rect l="l" t="t" r="r" b="b"/>
            <a:pathLst>
              <a:path w="12800" h="3040000">
                <a:moveTo>
                  <a:pt x="0" y="0"/>
                </a:moveTo>
                <a:lnTo>
                  <a:pt x="12800" y="0"/>
                </a:lnTo>
                <a:lnTo>
                  <a:pt x="12800" y="3040000"/>
                </a:lnTo>
                <a:lnTo>
                  <a:pt x="0" y="3040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2900" y="1280000"/>
            <a:ext cx="160000" cy="160000"/>
          </a:xfrm>
          <a:custGeom>
            <a:avLst/>
            <a:gdLst/>
            <a:ahLst/>
            <a:cxnLst/>
            <a:rect l="l" t="t" r="r" b="b"/>
            <a:pathLst>
              <a:path w="160000" h="160000">
                <a:moveTo>
                  <a:pt x="20000" y="10000"/>
                </a:moveTo>
                <a:cubicBezTo>
                  <a:pt x="8969" y="10000"/>
                  <a:pt x="0" y="18969"/>
                  <a:pt x="0" y="30000"/>
                </a:cubicBezTo>
                <a:lnTo>
                  <a:pt x="0" y="110000"/>
                </a:lnTo>
                <a:cubicBezTo>
                  <a:pt x="0" y="121031"/>
                  <a:pt x="8969" y="130000"/>
                  <a:pt x="20000" y="130000"/>
                </a:cubicBezTo>
                <a:lnTo>
                  <a:pt x="65000" y="130000"/>
                </a:lnTo>
                <a:lnTo>
                  <a:pt x="60000" y="145000"/>
                </a:lnTo>
                <a:lnTo>
                  <a:pt x="37500" y="145000"/>
                </a:lnTo>
                <a:cubicBezTo>
                  <a:pt x="33344" y="145000"/>
                  <a:pt x="30000" y="148344"/>
                  <a:pt x="30000" y="152500"/>
                </a:cubicBezTo>
                <a:cubicBezTo>
                  <a:pt x="30000" y="156656"/>
                  <a:pt x="33344" y="160000"/>
                  <a:pt x="37500" y="160000"/>
                </a:cubicBezTo>
                <a:lnTo>
                  <a:pt x="122500" y="160000"/>
                </a:lnTo>
                <a:cubicBezTo>
                  <a:pt x="126656" y="160000"/>
                  <a:pt x="130000" y="156656"/>
                  <a:pt x="130000" y="152500"/>
                </a:cubicBezTo>
                <a:cubicBezTo>
                  <a:pt x="130000" y="148344"/>
                  <a:pt x="126656" y="145000"/>
                  <a:pt x="122500" y="145000"/>
                </a:cubicBezTo>
                <a:lnTo>
                  <a:pt x="100000" y="145000"/>
                </a:lnTo>
                <a:lnTo>
                  <a:pt x="95000" y="130000"/>
                </a:lnTo>
                <a:lnTo>
                  <a:pt x="140000" y="130000"/>
                </a:lnTo>
                <a:cubicBezTo>
                  <a:pt x="151031" y="130000"/>
                  <a:pt x="160000" y="121031"/>
                  <a:pt x="160000" y="110000"/>
                </a:cubicBezTo>
                <a:lnTo>
                  <a:pt x="160000" y="30000"/>
                </a:lnTo>
                <a:cubicBezTo>
                  <a:pt x="160000" y="18969"/>
                  <a:pt x="151031" y="10000"/>
                  <a:pt x="140000" y="10000"/>
                </a:cubicBezTo>
                <a:lnTo>
                  <a:pt x="20000" y="10000"/>
                </a:lnTo>
                <a:close/>
                <a:moveTo>
                  <a:pt x="30000" y="30000"/>
                </a:moveTo>
                <a:lnTo>
                  <a:pt x="130000" y="30000"/>
                </a:lnTo>
                <a:cubicBezTo>
                  <a:pt x="135531" y="30000"/>
                  <a:pt x="140000" y="34469"/>
                  <a:pt x="140000" y="40000"/>
                </a:cubicBezTo>
                <a:lnTo>
                  <a:pt x="140000" y="90000"/>
                </a:lnTo>
                <a:cubicBezTo>
                  <a:pt x="140000" y="95531"/>
                  <a:pt x="135531" y="100000"/>
                  <a:pt x="130000" y="100000"/>
                </a:cubicBezTo>
                <a:lnTo>
                  <a:pt x="30000" y="100000"/>
                </a:lnTo>
                <a:cubicBezTo>
                  <a:pt x="24469" y="100000"/>
                  <a:pt x="20000" y="95531"/>
                  <a:pt x="20000" y="90000"/>
                </a:cubicBezTo>
                <a:lnTo>
                  <a:pt x="20000" y="40000"/>
                </a:lnTo>
                <a:cubicBezTo>
                  <a:pt x="20000" y="34469"/>
                  <a:pt x="24469" y="30000"/>
                  <a:pt x="30000" y="3000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5" name="Text 23"/>
          <p:cNvSpPr/>
          <p:nvPr/>
        </p:nvSpPr>
        <p:spPr>
          <a:xfrm>
            <a:off x="4648900" y="1248000"/>
            <a:ext cx="1312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NetworkManager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52900" y="1568000"/>
            <a:ext cx="3496000" cy="1120000"/>
          </a:xfrm>
          <a:custGeom>
            <a:avLst/>
            <a:gdLst/>
            <a:ahLst/>
            <a:cxnLst/>
            <a:rect l="l" t="t" r="r" b="b"/>
            <a:pathLst>
              <a:path w="3496000" h="1120000">
                <a:moveTo>
                  <a:pt x="0" y="0"/>
                </a:moveTo>
                <a:lnTo>
                  <a:pt x="3496000" y="0"/>
                </a:lnTo>
                <a:lnTo>
                  <a:pt x="3496000" y="1120000"/>
                </a:lnTo>
                <a:lnTo>
                  <a:pt x="0" y="1120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448900" y="1664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Avantajlar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8900" y="1856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GUI ve CLI (nmcli/nmtui)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8900" y="2048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Mükemmel Wi-Fi desteği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8900" y="2240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VPN ve mobile broadband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48900" y="2432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Dinamik network switching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52900" y="2752000"/>
            <a:ext cx="3496000" cy="928000"/>
          </a:xfrm>
          <a:custGeom>
            <a:avLst/>
            <a:gdLst/>
            <a:ahLst/>
            <a:cxnLst/>
            <a:rect l="l" t="t" r="r" b="b"/>
            <a:pathLst>
              <a:path w="3496000" h="928000">
                <a:moveTo>
                  <a:pt x="0" y="0"/>
                </a:moveTo>
                <a:lnTo>
                  <a:pt x="3496000" y="0"/>
                </a:lnTo>
                <a:lnTo>
                  <a:pt x="3496000" y="928000"/>
                </a:lnTo>
                <a:lnTo>
                  <a:pt x="0" y="92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448900" y="2848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Dezavantajlar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48900" y="3040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Daha ağır footprint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48900" y="3232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D-Bus bağımlılığı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8900" y="3424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Server için overkill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52900" y="3744000"/>
            <a:ext cx="3496000" cy="288000"/>
          </a:xfrm>
          <a:custGeom>
            <a:avLst/>
            <a:gdLst/>
            <a:ahLst/>
            <a:cxnLst/>
            <a:rect l="l" t="t" r="r" b="b"/>
            <a:pathLst>
              <a:path w="3496000" h="288000">
                <a:moveTo>
                  <a:pt x="0" y="0"/>
                </a:moveTo>
                <a:lnTo>
                  <a:pt x="3496000" y="0"/>
                </a:lnTo>
                <a:lnTo>
                  <a:pt x="3496000" y="288000"/>
                </a:lnTo>
                <a:lnTo>
                  <a:pt x="0" y="288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416900" y="3808000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İdeal:</a:t>
            </a:r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Desktop, laptop, Wi-Fi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10600" y="1120000"/>
            <a:ext cx="3758400" cy="3040000"/>
          </a:xfrm>
          <a:custGeom>
            <a:avLst/>
            <a:gdLst/>
            <a:ahLst/>
            <a:cxnLst/>
            <a:rect l="l" t="t" r="r" b="b"/>
            <a:pathLst>
              <a:path w="3758400" h="3040000">
                <a:moveTo>
                  <a:pt x="0" y="0"/>
                </a:moveTo>
                <a:lnTo>
                  <a:pt x="3758400" y="0"/>
                </a:lnTo>
                <a:lnTo>
                  <a:pt x="3758400" y="3040000"/>
                </a:lnTo>
                <a:lnTo>
                  <a:pt x="0" y="30400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10600" y="1120000"/>
            <a:ext cx="12800" cy="3040000"/>
          </a:xfrm>
          <a:custGeom>
            <a:avLst/>
            <a:gdLst/>
            <a:ahLst/>
            <a:cxnLst/>
            <a:rect l="l" t="t" r="r" b="b"/>
            <a:pathLst>
              <a:path w="12800" h="3040000">
                <a:moveTo>
                  <a:pt x="0" y="0"/>
                </a:moveTo>
                <a:lnTo>
                  <a:pt x="12800" y="0"/>
                </a:lnTo>
                <a:lnTo>
                  <a:pt x="12800" y="3040000"/>
                </a:lnTo>
                <a:lnTo>
                  <a:pt x="0" y="3040000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41" name="Shape 39"/>
          <p:cNvSpPr/>
          <p:nvPr/>
        </p:nvSpPr>
        <p:spPr>
          <a:xfrm>
            <a:off x="8255000" y="1280000"/>
            <a:ext cx="180000" cy="160000"/>
          </a:xfrm>
          <a:custGeom>
            <a:avLst/>
            <a:gdLst/>
            <a:ahLst/>
            <a:cxnLst/>
            <a:rect l="l" t="t" r="r" b="b"/>
            <a:pathLst>
              <a:path w="180000" h="160000">
                <a:moveTo>
                  <a:pt x="0" y="105000"/>
                </a:moveTo>
                <a:cubicBezTo>
                  <a:pt x="0" y="129844"/>
                  <a:pt x="20156" y="150000"/>
                  <a:pt x="45000" y="150000"/>
                </a:cubicBezTo>
                <a:lnTo>
                  <a:pt x="140000" y="150000"/>
                </a:lnTo>
                <a:cubicBezTo>
                  <a:pt x="162094" y="150000"/>
                  <a:pt x="180000" y="132094"/>
                  <a:pt x="180000" y="110000"/>
                </a:cubicBezTo>
                <a:cubicBezTo>
                  <a:pt x="180000" y="93875"/>
                  <a:pt x="170469" y="79969"/>
                  <a:pt x="156719" y="73656"/>
                </a:cubicBezTo>
                <a:cubicBezTo>
                  <a:pt x="158813" y="69563"/>
                  <a:pt x="160000" y="64906"/>
                  <a:pt x="160000" y="60000"/>
                </a:cubicBezTo>
                <a:cubicBezTo>
                  <a:pt x="160000" y="43438"/>
                  <a:pt x="146563" y="30000"/>
                  <a:pt x="130000" y="30000"/>
                </a:cubicBezTo>
                <a:cubicBezTo>
                  <a:pt x="124469" y="30000"/>
                  <a:pt x="119313" y="31500"/>
                  <a:pt x="114875" y="34094"/>
                </a:cubicBezTo>
                <a:cubicBezTo>
                  <a:pt x="107344" y="19781"/>
                  <a:pt x="92313" y="10000"/>
                  <a:pt x="75000" y="10000"/>
                </a:cubicBezTo>
                <a:cubicBezTo>
                  <a:pt x="50156" y="10000"/>
                  <a:pt x="30000" y="30156"/>
                  <a:pt x="30000" y="55000"/>
                </a:cubicBezTo>
                <a:cubicBezTo>
                  <a:pt x="30000" y="57500"/>
                  <a:pt x="30219" y="59969"/>
                  <a:pt x="30594" y="62344"/>
                </a:cubicBezTo>
                <a:cubicBezTo>
                  <a:pt x="12813" y="68344"/>
                  <a:pt x="0" y="85188"/>
                  <a:pt x="0" y="105000"/>
                </a:cubicBez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42" name="Text 40"/>
          <p:cNvSpPr/>
          <p:nvPr/>
        </p:nvSpPr>
        <p:spPr>
          <a:xfrm>
            <a:off x="8541000" y="1248000"/>
            <a:ext cx="640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Netplan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45000" y="1568000"/>
            <a:ext cx="3496000" cy="1120000"/>
          </a:xfrm>
          <a:custGeom>
            <a:avLst/>
            <a:gdLst/>
            <a:ahLst/>
            <a:cxnLst/>
            <a:rect l="l" t="t" r="r" b="b"/>
            <a:pathLst>
              <a:path w="3496000" h="1120000">
                <a:moveTo>
                  <a:pt x="0" y="0"/>
                </a:moveTo>
                <a:lnTo>
                  <a:pt x="3496000" y="0"/>
                </a:lnTo>
                <a:lnTo>
                  <a:pt x="3496000" y="1120000"/>
                </a:lnTo>
                <a:lnTo>
                  <a:pt x="0" y="1120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341000" y="1664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Avantajlar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41000" y="1856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YAML formatı (okunabilir)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41000" y="2048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Backend seçeneği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41000" y="2240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Ubuntu/cloud default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41000" y="2432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Deklaratif yapı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45000" y="2752000"/>
            <a:ext cx="3496000" cy="928000"/>
          </a:xfrm>
          <a:custGeom>
            <a:avLst/>
            <a:gdLst/>
            <a:ahLst/>
            <a:cxnLst/>
            <a:rect l="l" t="t" r="r" b="b"/>
            <a:pathLst>
              <a:path w="3496000" h="928000">
                <a:moveTo>
                  <a:pt x="0" y="0"/>
                </a:moveTo>
                <a:lnTo>
                  <a:pt x="3496000" y="0"/>
                </a:lnTo>
                <a:lnTo>
                  <a:pt x="3496000" y="928000"/>
                </a:lnTo>
                <a:lnTo>
                  <a:pt x="0" y="928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341000" y="2848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Dezavantajlar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41000" y="3040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Sadece konfigürasyon katmanı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41000" y="3232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Ubuntu/Debian limited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41000" y="3424000"/>
            <a:ext cx="33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Runtime değişiklik zor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45000" y="3744000"/>
            <a:ext cx="3496000" cy="288000"/>
          </a:xfrm>
          <a:custGeom>
            <a:avLst/>
            <a:gdLst/>
            <a:ahLst/>
            <a:cxnLst/>
            <a:rect l="l" t="t" r="r" b="b"/>
            <a:pathLst>
              <a:path w="3496000" h="288000">
                <a:moveTo>
                  <a:pt x="0" y="0"/>
                </a:moveTo>
                <a:lnTo>
                  <a:pt x="3496000" y="0"/>
                </a:lnTo>
                <a:lnTo>
                  <a:pt x="3496000" y="288000"/>
                </a:lnTo>
                <a:lnTo>
                  <a:pt x="0" y="288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09000" y="3808000"/>
            <a:ext cx="3424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İdeal:</a:t>
            </a:r>
            <a:pPr>
              <a:lnSpc>
                <a:spcPct val="120000"/>
              </a:lnSpc>
            </a:pPr>
            <a:r>
              <a:rPr lang="en-US" sz="88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Ubuntu, cloud, automation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26400" y="4256000"/>
            <a:ext cx="5702400" cy="3584000"/>
          </a:xfrm>
          <a:custGeom>
            <a:avLst/>
            <a:gdLst/>
            <a:ahLst/>
            <a:cxnLst/>
            <a:rect l="l" t="t" r="r" b="b"/>
            <a:pathLst>
              <a:path w="5702400" h="3584000">
                <a:moveTo>
                  <a:pt x="0" y="0"/>
                </a:moveTo>
                <a:lnTo>
                  <a:pt x="5702400" y="0"/>
                </a:lnTo>
                <a:lnTo>
                  <a:pt x="5702400" y="3584000"/>
                </a:lnTo>
                <a:lnTo>
                  <a:pt x="0" y="35840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26400" y="4256000"/>
            <a:ext cx="12800" cy="3584000"/>
          </a:xfrm>
          <a:custGeom>
            <a:avLst/>
            <a:gdLst/>
            <a:ahLst/>
            <a:cxnLst/>
            <a:rect l="l" t="t" r="r" b="b"/>
            <a:pathLst>
              <a:path w="12800" h="3584000">
                <a:moveTo>
                  <a:pt x="0" y="0"/>
                </a:moveTo>
                <a:lnTo>
                  <a:pt x="12800" y="0"/>
                </a:lnTo>
                <a:lnTo>
                  <a:pt x="12800" y="3584000"/>
                </a:lnTo>
                <a:lnTo>
                  <a:pt x="0" y="3584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8" name="Text 56"/>
          <p:cNvSpPr/>
          <p:nvPr/>
        </p:nvSpPr>
        <p:spPr>
          <a:xfrm>
            <a:off x="492800" y="4416000"/>
            <a:ext cx="5456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Karşılaştırma Tablosu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2800" y="4736000"/>
          <a:ext cx="5376000" cy="1960000"/>
        </p:xfrm>
        <a:graphic>
          <a:graphicData uri="http://schemas.openxmlformats.org/drawingml/2006/table">
            <a:tbl>
              <a:tblPr/>
              <a:tblGrid>
                <a:gridCol w="1768000"/>
                <a:gridCol w="1064000"/>
                <a:gridCol w="1064000"/>
                <a:gridCol w="1480000"/>
              </a:tblGrid>
              <a:tr h="326667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Özellik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4C7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4C7E9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networkd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4C7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4C7E9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4C7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6B6F7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Netplan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4C7E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666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Kaynak Kullanımı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Düşük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Orta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Düşük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666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GUI Desteği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Yok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Yok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666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Wi-Fi Desteği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Sınırlı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Mükemmel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Backend'e bağlı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666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Öğrenme Kolaylığı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Kolay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Orta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D40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666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Container Uyumu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Mükemmel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2E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Orta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4000" marB="64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0" name="Shape 57"/>
          <p:cNvSpPr/>
          <p:nvPr/>
        </p:nvSpPr>
        <p:spPr>
          <a:xfrm>
            <a:off x="6164600" y="4256000"/>
            <a:ext cx="5702400" cy="3584000"/>
          </a:xfrm>
          <a:custGeom>
            <a:avLst/>
            <a:gdLst/>
            <a:ahLst/>
            <a:cxnLst/>
            <a:rect l="l" t="t" r="r" b="b"/>
            <a:pathLst>
              <a:path w="5702400" h="3584000">
                <a:moveTo>
                  <a:pt x="0" y="0"/>
                </a:moveTo>
                <a:lnTo>
                  <a:pt x="5702400" y="0"/>
                </a:lnTo>
                <a:lnTo>
                  <a:pt x="5702400" y="3584000"/>
                </a:lnTo>
                <a:lnTo>
                  <a:pt x="0" y="3584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6164600" y="4256000"/>
            <a:ext cx="12800" cy="3584000"/>
          </a:xfrm>
          <a:custGeom>
            <a:avLst/>
            <a:gdLst/>
            <a:ahLst/>
            <a:cxnLst/>
            <a:rect l="l" t="t" r="r" b="b"/>
            <a:pathLst>
              <a:path w="12800" h="3584000">
                <a:moveTo>
                  <a:pt x="0" y="0"/>
                </a:moveTo>
                <a:lnTo>
                  <a:pt x="12800" y="0"/>
                </a:lnTo>
                <a:lnTo>
                  <a:pt x="12800" y="3584000"/>
                </a:lnTo>
                <a:lnTo>
                  <a:pt x="0" y="3584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2" name="Text 59"/>
          <p:cNvSpPr/>
          <p:nvPr/>
        </p:nvSpPr>
        <p:spPr>
          <a:xfrm>
            <a:off x="6331000" y="5168199"/>
            <a:ext cx="5456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Tavsiye Matrisi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331000" y="5520199"/>
            <a:ext cx="256000" cy="256000"/>
          </a:xfrm>
          <a:custGeom>
            <a:avLst/>
            <a:gdLst/>
            <a:ahLst/>
            <a:cxnLst/>
            <a:rect l="l" t="t" r="r" b="b"/>
            <a:pathLst>
              <a:path w="256000" h="256000">
                <a:moveTo>
                  <a:pt x="128000" y="0"/>
                </a:moveTo>
                <a:lnTo>
                  <a:pt x="128000" y="0"/>
                </a:lnTo>
                <a:cubicBezTo>
                  <a:pt x="198645" y="0"/>
                  <a:pt x="256000" y="57355"/>
                  <a:pt x="256000" y="128000"/>
                </a:cubicBezTo>
                <a:lnTo>
                  <a:pt x="256000" y="128000"/>
                </a:lnTo>
                <a:cubicBezTo>
                  <a:pt x="256000" y="198645"/>
                  <a:pt x="198645" y="256000"/>
                  <a:pt x="128000" y="256000"/>
                </a:cubicBezTo>
                <a:lnTo>
                  <a:pt x="128000" y="256000"/>
                </a:lnTo>
                <a:cubicBezTo>
                  <a:pt x="57355" y="256000"/>
                  <a:pt x="0" y="198645"/>
                  <a:pt x="0" y="128000"/>
                </a:cubicBezTo>
                <a:lnTo>
                  <a:pt x="0" y="128000"/>
                </a:lnTo>
                <a:cubicBezTo>
                  <a:pt x="0" y="57355"/>
                  <a:pt x="57355" y="0"/>
                  <a:pt x="128000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4" name="Text 61"/>
          <p:cNvSpPr/>
          <p:nvPr/>
        </p:nvSpPr>
        <p:spPr>
          <a:xfrm>
            <a:off x="6303000" y="5520199"/>
            <a:ext cx="31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683000" y="5520199"/>
            <a:ext cx="188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Sunucu Ortamları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683000" y="5712199"/>
            <a:ext cx="1888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systemd-networkd veya Netplan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331000" y="6032199"/>
            <a:ext cx="256000" cy="256000"/>
          </a:xfrm>
          <a:custGeom>
            <a:avLst/>
            <a:gdLst/>
            <a:ahLst/>
            <a:cxnLst/>
            <a:rect l="l" t="t" r="r" b="b"/>
            <a:pathLst>
              <a:path w="256000" h="256000">
                <a:moveTo>
                  <a:pt x="128000" y="0"/>
                </a:moveTo>
                <a:lnTo>
                  <a:pt x="128000" y="0"/>
                </a:lnTo>
                <a:cubicBezTo>
                  <a:pt x="198645" y="0"/>
                  <a:pt x="256000" y="57355"/>
                  <a:pt x="256000" y="128000"/>
                </a:cubicBezTo>
                <a:lnTo>
                  <a:pt x="256000" y="128000"/>
                </a:lnTo>
                <a:cubicBezTo>
                  <a:pt x="256000" y="198645"/>
                  <a:pt x="198645" y="256000"/>
                  <a:pt x="128000" y="256000"/>
                </a:cubicBezTo>
                <a:lnTo>
                  <a:pt x="128000" y="256000"/>
                </a:lnTo>
                <a:cubicBezTo>
                  <a:pt x="57355" y="256000"/>
                  <a:pt x="0" y="198645"/>
                  <a:pt x="0" y="128000"/>
                </a:cubicBezTo>
                <a:lnTo>
                  <a:pt x="0" y="128000"/>
                </a:lnTo>
                <a:cubicBezTo>
                  <a:pt x="0" y="57355"/>
                  <a:pt x="57355" y="0"/>
                  <a:pt x="128000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8" name="Text 65"/>
          <p:cNvSpPr/>
          <p:nvPr/>
        </p:nvSpPr>
        <p:spPr>
          <a:xfrm>
            <a:off x="6303000" y="6032199"/>
            <a:ext cx="31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6683000" y="6032199"/>
            <a:ext cx="102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Desktop/Laptop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6683000" y="6224199"/>
            <a:ext cx="1024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NetworkManager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6331000" y="6544199"/>
            <a:ext cx="256000" cy="256000"/>
          </a:xfrm>
          <a:custGeom>
            <a:avLst/>
            <a:gdLst/>
            <a:ahLst/>
            <a:cxnLst/>
            <a:rect l="l" t="t" r="r" b="b"/>
            <a:pathLst>
              <a:path w="256000" h="256000">
                <a:moveTo>
                  <a:pt x="128000" y="0"/>
                </a:moveTo>
                <a:lnTo>
                  <a:pt x="128000" y="0"/>
                </a:lnTo>
                <a:cubicBezTo>
                  <a:pt x="198645" y="0"/>
                  <a:pt x="256000" y="57355"/>
                  <a:pt x="256000" y="128000"/>
                </a:cubicBezTo>
                <a:lnTo>
                  <a:pt x="256000" y="128000"/>
                </a:lnTo>
                <a:cubicBezTo>
                  <a:pt x="256000" y="198645"/>
                  <a:pt x="198645" y="256000"/>
                  <a:pt x="128000" y="256000"/>
                </a:cubicBezTo>
                <a:lnTo>
                  <a:pt x="128000" y="256000"/>
                </a:lnTo>
                <a:cubicBezTo>
                  <a:pt x="57355" y="256000"/>
                  <a:pt x="0" y="198645"/>
                  <a:pt x="0" y="128000"/>
                </a:cubicBezTo>
                <a:lnTo>
                  <a:pt x="0" y="128000"/>
                </a:lnTo>
                <a:cubicBezTo>
                  <a:pt x="0" y="57355"/>
                  <a:pt x="57355" y="0"/>
                  <a:pt x="128000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2" name="Text 69"/>
          <p:cNvSpPr/>
          <p:nvPr/>
        </p:nvSpPr>
        <p:spPr>
          <a:xfrm>
            <a:off x="6303000" y="6544199"/>
            <a:ext cx="31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2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683000" y="6544199"/>
            <a:ext cx="1096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Cloud/Automation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6683000" y="6736199"/>
            <a:ext cx="1096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Netplan + CI/CD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0"/>
            <a:ext cx="1159587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spc="90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03 · En İyi Uygulama Yöntemleri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55291"/>
            <a:ext cx="11685701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Güvenlik Hardening ve En İyi Uygulamalar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6644" y="979929"/>
            <a:ext cx="1045262" cy="32664"/>
          </a:xfrm>
          <a:custGeom>
            <a:avLst/>
            <a:gdLst/>
            <a:ahLst/>
            <a:cxnLst/>
            <a:rect l="l" t="t" r="r" b="b"/>
            <a:pathLst>
              <a:path w="1045262" h="32664">
                <a:moveTo>
                  <a:pt x="0" y="0"/>
                </a:moveTo>
                <a:lnTo>
                  <a:pt x="1045262" y="0"/>
                </a:lnTo>
                <a:lnTo>
                  <a:pt x="1045262" y="32664"/>
                </a:lnTo>
                <a:lnTo>
                  <a:pt x="0" y="32664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33177" y="1175916"/>
            <a:ext cx="5681978" cy="2972463"/>
          </a:xfrm>
          <a:custGeom>
            <a:avLst/>
            <a:gdLst/>
            <a:ahLst/>
            <a:cxnLst/>
            <a:rect l="l" t="t" r="r" b="b"/>
            <a:pathLst>
              <a:path w="5681978" h="2972463">
                <a:moveTo>
                  <a:pt x="0" y="0"/>
                </a:moveTo>
                <a:lnTo>
                  <a:pt x="5681978" y="0"/>
                </a:lnTo>
                <a:lnTo>
                  <a:pt x="5681978" y="2972463"/>
                </a:lnTo>
                <a:lnTo>
                  <a:pt x="0" y="2972463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177" y="1175916"/>
            <a:ext cx="13066" cy="2972463"/>
          </a:xfrm>
          <a:custGeom>
            <a:avLst/>
            <a:gdLst/>
            <a:ahLst/>
            <a:cxnLst/>
            <a:rect l="l" t="t" r="r" b="b"/>
            <a:pathLst>
              <a:path w="13066" h="2972463">
                <a:moveTo>
                  <a:pt x="0" y="0"/>
                </a:moveTo>
                <a:lnTo>
                  <a:pt x="13066" y="0"/>
                </a:lnTo>
                <a:lnTo>
                  <a:pt x="13066" y="2972463"/>
                </a:lnTo>
                <a:lnTo>
                  <a:pt x="0" y="2972463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Shape 5"/>
          <p:cNvSpPr/>
          <p:nvPr/>
        </p:nvSpPr>
        <p:spPr>
          <a:xfrm>
            <a:off x="527531" y="1371807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97993" y="0"/>
                </a:moveTo>
                <a:cubicBezTo>
                  <a:pt x="99754" y="0"/>
                  <a:pt x="101515" y="383"/>
                  <a:pt x="103123" y="1110"/>
                </a:cubicBezTo>
                <a:lnTo>
                  <a:pt x="175240" y="31695"/>
                </a:lnTo>
                <a:cubicBezTo>
                  <a:pt x="183661" y="35255"/>
                  <a:pt x="189939" y="43561"/>
                  <a:pt x="189900" y="53590"/>
                </a:cubicBezTo>
                <a:cubicBezTo>
                  <a:pt x="189709" y="91562"/>
                  <a:pt x="174091" y="161038"/>
                  <a:pt x="108137" y="192618"/>
                </a:cubicBezTo>
                <a:cubicBezTo>
                  <a:pt x="101745" y="195680"/>
                  <a:pt x="94319" y="195680"/>
                  <a:pt x="87926" y="192618"/>
                </a:cubicBezTo>
                <a:cubicBezTo>
                  <a:pt x="21934" y="161038"/>
                  <a:pt x="6354" y="91562"/>
                  <a:pt x="6163" y="53590"/>
                </a:cubicBezTo>
                <a:cubicBezTo>
                  <a:pt x="6125" y="43561"/>
                  <a:pt x="12402" y="35255"/>
                  <a:pt x="20824" y="31695"/>
                </a:cubicBezTo>
                <a:lnTo>
                  <a:pt x="92902" y="1110"/>
                </a:lnTo>
                <a:cubicBezTo>
                  <a:pt x="94510" y="383"/>
                  <a:pt x="96232" y="0"/>
                  <a:pt x="97993" y="0"/>
                </a:cubicBezTo>
                <a:close/>
                <a:moveTo>
                  <a:pt x="97993" y="25570"/>
                </a:moveTo>
                <a:lnTo>
                  <a:pt x="97993" y="170302"/>
                </a:lnTo>
                <a:cubicBezTo>
                  <a:pt x="150818" y="144732"/>
                  <a:pt x="165019" y="88079"/>
                  <a:pt x="165364" y="54164"/>
                </a:cubicBezTo>
                <a:lnTo>
                  <a:pt x="97993" y="25608"/>
                </a:lnTo>
                <a:lnTo>
                  <a:pt x="97993" y="25608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6"/>
          <p:cNvSpPr/>
          <p:nvPr/>
        </p:nvSpPr>
        <p:spPr>
          <a:xfrm>
            <a:off x="846009" y="1339238"/>
            <a:ext cx="2172185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Firewall Konfigürasyonu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3032" y="1698451"/>
            <a:ext cx="5348801" cy="979933"/>
          </a:xfrm>
          <a:custGeom>
            <a:avLst/>
            <a:gdLst/>
            <a:ahLst/>
            <a:cxnLst/>
            <a:rect l="l" t="t" r="r" b="b"/>
            <a:pathLst>
              <a:path w="5348801" h="979933">
                <a:moveTo>
                  <a:pt x="0" y="0"/>
                </a:moveTo>
                <a:lnTo>
                  <a:pt x="5348801" y="0"/>
                </a:lnTo>
                <a:lnTo>
                  <a:pt x="5348801" y="979933"/>
                </a:lnTo>
                <a:lnTo>
                  <a:pt x="0" y="97993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1026" y="1796444"/>
            <a:ext cx="521814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nftables (Modern)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1026" y="2025095"/>
            <a:ext cx="520997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iptables'ın yerini alan yeni nesil firewall framework'ü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1026" y="2253746"/>
            <a:ext cx="5209977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nft add table inet filter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nft add chain inet filter input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3032" y="2776377"/>
            <a:ext cx="5348801" cy="1208584"/>
          </a:xfrm>
          <a:custGeom>
            <a:avLst/>
            <a:gdLst/>
            <a:ahLst/>
            <a:cxnLst/>
            <a:rect l="l" t="t" r="r" b="b"/>
            <a:pathLst>
              <a:path w="5348801" h="1208584">
                <a:moveTo>
                  <a:pt x="0" y="0"/>
                </a:moveTo>
                <a:lnTo>
                  <a:pt x="5348801" y="0"/>
                </a:lnTo>
                <a:lnTo>
                  <a:pt x="5348801" y="1208584"/>
                </a:lnTo>
                <a:lnTo>
                  <a:pt x="0" y="120858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1026" y="2874371"/>
            <a:ext cx="521814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Temel Kurallar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1026" y="3135686"/>
            <a:ext cx="520997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Default deny policy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1026" y="3331673"/>
            <a:ext cx="520997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Sadece gerekli portlara izin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1026" y="3527659"/>
            <a:ext cx="520997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Rate limiting uygula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1026" y="3723646"/>
            <a:ext cx="520997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Log ve monitor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177" y="4278941"/>
            <a:ext cx="5681978" cy="3397101"/>
          </a:xfrm>
          <a:custGeom>
            <a:avLst/>
            <a:gdLst/>
            <a:ahLst/>
            <a:cxnLst/>
            <a:rect l="l" t="t" r="r" b="b"/>
            <a:pathLst>
              <a:path w="5681978" h="3397101">
                <a:moveTo>
                  <a:pt x="0" y="0"/>
                </a:moveTo>
                <a:lnTo>
                  <a:pt x="5681978" y="0"/>
                </a:lnTo>
                <a:lnTo>
                  <a:pt x="5681978" y="3397101"/>
                </a:lnTo>
                <a:lnTo>
                  <a:pt x="0" y="339710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3177" y="4278941"/>
            <a:ext cx="13066" cy="3397101"/>
          </a:xfrm>
          <a:custGeom>
            <a:avLst/>
            <a:gdLst/>
            <a:ahLst/>
            <a:cxnLst/>
            <a:rect l="l" t="t" r="r" b="b"/>
            <a:pathLst>
              <a:path w="13066" h="3397101">
                <a:moveTo>
                  <a:pt x="0" y="0"/>
                </a:moveTo>
                <a:lnTo>
                  <a:pt x="13066" y="0"/>
                </a:lnTo>
                <a:lnTo>
                  <a:pt x="13066" y="3397101"/>
                </a:lnTo>
                <a:lnTo>
                  <a:pt x="0" y="3397101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029" y="4474824"/>
            <a:ext cx="146990" cy="195987"/>
          </a:xfrm>
          <a:custGeom>
            <a:avLst/>
            <a:gdLst/>
            <a:ahLst/>
            <a:cxnLst/>
            <a:rect l="l" t="t" r="r" b="b"/>
            <a:pathLst>
              <a:path w="146990" h="195987">
                <a:moveTo>
                  <a:pt x="48997" y="36747"/>
                </a:moveTo>
                <a:lnTo>
                  <a:pt x="48997" y="61246"/>
                </a:lnTo>
                <a:lnTo>
                  <a:pt x="97993" y="61246"/>
                </a:lnTo>
                <a:lnTo>
                  <a:pt x="97993" y="36747"/>
                </a:lnTo>
                <a:cubicBezTo>
                  <a:pt x="97993" y="23235"/>
                  <a:pt x="87007" y="12249"/>
                  <a:pt x="73495" y="12249"/>
                </a:cubicBezTo>
                <a:cubicBezTo>
                  <a:pt x="59983" y="12249"/>
                  <a:pt x="48997" y="23235"/>
                  <a:pt x="48997" y="36747"/>
                </a:cubicBezTo>
                <a:close/>
                <a:moveTo>
                  <a:pt x="24498" y="61246"/>
                </a:moveTo>
                <a:lnTo>
                  <a:pt x="24498" y="36747"/>
                </a:lnTo>
                <a:cubicBezTo>
                  <a:pt x="24498" y="9684"/>
                  <a:pt x="46432" y="-12249"/>
                  <a:pt x="73495" y="-12249"/>
                </a:cubicBezTo>
                <a:cubicBezTo>
                  <a:pt x="100558" y="-12249"/>
                  <a:pt x="122492" y="9684"/>
                  <a:pt x="122492" y="36747"/>
                </a:cubicBezTo>
                <a:lnTo>
                  <a:pt x="122492" y="61246"/>
                </a:lnTo>
                <a:cubicBezTo>
                  <a:pt x="136004" y="61246"/>
                  <a:pt x="146990" y="72232"/>
                  <a:pt x="146990" y="85744"/>
                </a:cubicBezTo>
                <a:lnTo>
                  <a:pt x="146990" y="171488"/>
                </a:lnTo>
                <a:cubicBezTo>
                  <a:pt x="146990" y="185001"/>
                  <a:pt x="136004" y="195987"/>
                  <a:pt x="122492" y="195987"/>
                </a:cubicBezTo>
                <a:lnTo>
                  <a:pt x="24498" y="195987"/>
                </a:lnTo>
                <a:cubicBezTo>
                  <a:pt x="10986" y="195987"/>
                  <a:pt x="0" y="185001"/>
                  <a:pt x="0" y="171488"/>
                </a:cubicBezTo>
                <a:lnTo>
                  <a:pt x="0" y="85744"/>
                </a:lnTo>
                <a:cubicBezTo>
                  <a:pt x="0" y="72232"/>
                  <a:pt x="10986" y="61246"/>
                  <a:pt x="24498" y="61246"/>
                </a:cubicBez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22" name="Text 20"/>
          <p:cNvSpPr/>
          <p:nvPr/>
        </p:nvSpPr>
        <p:spPr>
          <a:xfrm>
            <a:off x="846009" y="4442263"/>
            <a:ext cx="126574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 Yönetimi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3032" y="4801468"/>
            <a:ext cx="5348801" cy="1012597"/>
          </a:xfrm>
          <a:custGeom>
            <a:avLst/>
            <a:gdLst/>
            <a:ahLst/>
            <a:cxnLst/>
            <a:rect l="l" t="t" r="r" b="b"/>
            <a:pathLst>
              <a:path w="5348801" h="1012597">
                <a:moveTo>
                  <a:pt x="0" y="0"/>
                </a:moveTo>
                <a:lnTo>
                  <a:pt x="5348801" y="0"/>
                </a:lnTo>
                <a:lnTo>
                  <a:pt x="5348801" y="1012597"/>
                </a:lnTo>
                <a:lnTo>
                  <a:pt x="0" y="1012597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1026" y="4899462"/>
            <a:ext cx="521814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Audit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1026" y="5160777"/>
            <a:ext cx="5209977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ss -tlnp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nmap -sT localhost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1026" y="5552750"/>
            <a:ext cx="520997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Gerekli olmayan tüm servisleri kapatın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3032" y="5912059"/>
            <a:ext cx="5348801" cy="783946"/>
          </a:xfrm>
          <a:custGeom>
            <a:avLst/>
            <a:gdLst/>
            <a:ahLst/>
            <a:cxnLst/>
            <a:rect l="l" t="t" r="r" b="b"/>
            <a:pathLst>
              <a:path w="5348801" h="783946">
                <a:moveTo>
                  <a:pt x="0" y="0"/>
                </a:moveTo>
                <a:lnTo>
                  <a:pt x="5348801" y="0"/>
                </a:lnTo>
                <a:lnTo>
                  <a:pt x="5348801" y="783946"/>
                </a:lnTo>
                <a:lnTo>
                  <a:pt x="0" y="78394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01026" y="6010053"/>
            <a:ext cx="521814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 Wrapper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1026" y="6271368"/>
            <a:ext cx="5209977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/etc/hosts.allow ve /etc/hosts.deny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1026" y="6467355"/>
            <a:ext cx="5201811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sshd: 192.168.1.0/24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5521" y="1175916"/>
            <a:ext cx="5681978" cy="4932330"/>
          </a:xfrm>
          <a:custGeom>
            <a:avLst/>
            <a:gdLst/>
            <a:ahLst/>
            <a:cxnLst/>
            <a:rect l="l" t="t" r="r" b="b"/>
            <a:pathLst>
              <a:path w="5681978" h="4932330">
                <a:moveTo>
                  <a:pt x="0" y="0"/>
                </a:moveTo>
                <a:lnTo>
                  <a:pt x="5681978" y="0"/>
                </a:lnTo>
                <a:lnTo>
                  <a:pt x="5681978" y="4932330"/>
                </a:lnTo>
                <a:lnTo>
                  <a:pt x="0" y="493233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185521" y="1175916"/>
            <a:ext cx="13066" cy="4932330"/>
          </a:xfrm>
          <a:custGeom>
            <a:avLst/>
            <a:gdLst/>
            <a:ahLst/>
            <a:cxnLst/>
            <a:rect l="l" t="t" r="r" b="b"/>
            <a:pathLst>
              <a:path w="13066" h="4932330">
                <a:moveTo>
                  <a:pt x="0" y="0"/>
                </a:moveTo>
                <a:lnTo>
                  <a:pt x="13066" y="0"/>
                </a:lnTo>
                <a:lnTo>
                  <a:pt x="13066" y="4932330"/>
                </a:lnTo>
                <a:lnTo>
                  <a:pt x="0" y="493233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79874" y="1371807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128616" y="134741"/>
                </a:moveTo>
                <a:cubicBezTo>
                  <a:pt x="165823" y="134741"/>
                  <a:pt x="195987" y="104577"/>
                  <a:pt x="195987" y="67370"/>
                </a:cubicBezTo>
                <a:cubicBezTo>
                  <a:pt x="195987" y="30164"/>
                  <a:pt x="165823" y="0"/>
                  <a:pt x="128616" y="0"/>
                </a:cubicBezTo>
                <a:cubicBezTo>
                  <a:pt x="91409" y="0"/>
                  <a:pt x="61246" y="30164"/>
                  <a:pt x="61246" y="67370"/>
                </a:cubicBezTo>
                <a:cubicBezTo>
                  <a:pt x="61246" y="74528"/>
                  <a:pt x="62356" y="81457"/>
                  <a:pt x="64423" y="87926"/>
                </a:cubicBezTo>
                <a:lnTo>
                  <a:pt x="2680" y="149669"/>
                </a:lnTo>
                <a:cubicBezTo>
                  <a:pt x="957" y="151392"/>
                  <a:pt x="0" y="153727"/>
                  <a:pt x="0" y="156177"/>
                </a:cubicBezTo>
                <a:lnTo>
                  <a:pt x="0" y="186800"/>
                </a:lnTo>
                <a:cubicBezTo>
                  <a:pt x="0" y="191891"/>
                  <a:pt x="4096" y="195987"/>
                  <a:pt x="9187" y="195987"/>
                </a:cubicBezTo>
                <a:lnTo>
                  <a:pt x="39810" y="195987"/>
                </a:lnTo>
                <a:cubicBezTo>
                  <a:pt x="44901" y="195987"/>
                  <a:pt x="48997" y="191891"/>
                  <a:pt x="48997" y="186800"/>
                </a:cubicBezTo>
                <a:lnTo>
                  <a:pt x="48997" y="171488"/>
                </a:lnTo>
                <a:lnTo>
                  <a:pt x="64308" y="171488"/>
                </a:lnTo>
                <a:cubicBezTo>
                  <a:pt x="69399" y="171488"/>
                  <a:pt x="73495" y="167392"/>
                  <a:pt x="73495" y="162301"/>
                </a:cubicBezTo>
                <a:lnTo>
                  <a:pt x="73495" y="146990"/>
                </a:lnTo>
                <a:lnTo>
                  <a:pt x="88806" y="146990"/>
                </a:lnTo>
                <a:cubicBezTo>
                  <a:pt x="91256" y="146990"/>
                  <a:pt x="93591" y="146033"/>
                  <a:pt x="95314" y="144310"/>
                </a:cubicBezTo>
                <a:lnTo>
                  <a:pt x="108061" y="131564"/>
                </a:lnTo>
                <a:cubicBezTo>
                  <a:pt x="114530" y="133631"/>
                  <a:pt x="121458" y="134741"/>
                  <a:pt x="128616" y="134741"/>
                </a:cubicBezTo>
                <a:close/>
                <a:moveTo>
                  <a:pt x="143928" y="36747"/>
                </a:moveTo>
                <a:cubicBezTo>
                  <a:pt x="152378" y="36747"/>
                  <a:pt x="159239" y="43608"/>
                  <a:pt x="159239" y="52059"/>
                </a:cubicBezTo>
                <a:cubicBezTo>
                  <a:pt x="159239" y="60510"/>
                  <a:pt x="152378" y="67370"/>
                  <a:pt x="143928" y="67370"/>
                </a:cubicBezTo>
                <a:cubicBezTo>
                  <a:pt x="135477" y="67370"/>
                  <a:pt x="128616" y="60510"/>
                  <a:pt x="128616" y="52059"/>
                </a:cubicBezTo>
                <a:cubicBezTo>
                  <a:pt x="128616" y="43608"/>
                  <a:pt x="135477" y="36747"/>
                  <a:pt x="143928" y="36747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4" name="Text 32"/>
          <p:cNvSpPr/>
          <p:nvPr/>
        </p:nvSpPr>
        <p:spPr>
          <a:xfrm>
            <a:off x="6698353" y="1339238"/>
            <a:ext cx="142090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SSH Hardening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5376" y="1698451"/>
            <a:ext cx="5348801" cy="1273913"/>
          </a:xfrm>
          <a:custGeom>
            <a:avLst/>
            <a:gdLst/>
            <a:ahLst/>
            <a:cxnLst/>
            <a:rect l="l" t="t" r="r" b="b"/>
            <a:pathLst>
              <a:path w="5348801" h="1273913">
                <a:moveTo>
                  <a:pt x="0" y="0"/>
                </a:moveTo>
                <a:lnTo>
                  <a:pt x="5348801" y="0"/>
                </a:lnTo>
                <a:lnTo>
                  <a:pt x="5348801" y="1273913"/>
                </a:lnTo>
                <a:lnTo>
                  <a:pt x="0" y="127391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86034" y="1829109"/>
            <a:ext cx="515281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/etc/ssh/sshd_config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6034" y="2090424"/>
            <a:ext cx="514464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PermitRootLogin no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86034" y="2286411"/>
            <a:ext cx="514464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PasswordAuthentication no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86034" y="2482397"/>
            <a:ext cx="514464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PubkeyAuthentication yes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86034" y="2678384"/>
            <a:ext cx="514464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 2222 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Non-default port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5376" y="3070357"/>
            <a:ext cx="5348801" cy="914604"/>
          </a:xfrm>
          <a:custGeom>
            <a:avLst/>
            <a:gdLst/>
            <a:ahLst/>
            <a:cxnLst/>
            <a:rect l="l" t="t" r="r" b="b"/>
            <a:pathLst>
              <a:path w="5348801" h="914604">
                <a:moveTo>
                  <a:pt x="0" y="0"/>
                </a:moveTo>
                <a:lnTo>
                  <a:pt x="5348801" y="0"/>
                </a:lnTo>
                <a:lnTo>
                  <a:pt x="5348801" y="914604"/>
                </a:lnTo>
                <a:lnTo>
                  <a:pt x="0" y="91460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86034" y="3201015"/>
            <a:ext cx="515281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Key-based Auth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86034" y="3462330"/>
            <a:ext cx="5144648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ssh-keygen -t ed25519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ssh-copy-id user@host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85521" y="6238903"/>
            <a:ext cx="5681978" cy="1437235"/>
          </a:xfrm>
          <a:custGeom>
            <a:avLst/>
            <a:gdLst/>
            <a:ahLst/>
            <a:cxnLst/>
            <a:rect l="l" t="t" r="r" b="b"/>
            <a:pathLst>
              <a:path w="5681978" h="1437235">
                <a:moveTo>
                  <a:pt x="0" y="0"/>
                </a:moveTo>
                <a:lnTo>
                  <a:pt x="5681978" y="0"/>
                </a:lnTo>
                <a:lnTo>
                  <a:pt x="5681978" y="1437235"/>
                </a:lnTo>
                <a:lnTo>
                  <a:pt x="0" y="1437235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185521" y="6238903"/>
            <a:ext cx="13066" cy="1437235"/>
          </a:xfrm>
          <a:custGeom>
            <a:avLst/>
            <a:gdLst/>
            <a:ahLst/>
            <a:cxnLst/>
            <a:rect l="l" t="t" r="r" b="b"/>
            <a:pathLst>
              <a:path w="13066" h="1437235">
                <a:moveTo>
                  <a:pt x="0" y="0"/>
                </a:moveTo>
                <a:lnTo>
                  <a:pt x="13066" y="0"/>
                </a:lnTo>
                <a:lnTo>
                  <a:pt x="13066" y="1437235"/>
                </a:lnTo>
                <a:lnTo>
                  <a:pt x="0" y="143723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6" name="Text 44"/>
          <p:cNvSpPr/>
          <p:nvPr/>
        </p:nvSpPr>
        <p:spPr>
          <a:xfrm>
            <a:off x="6322712" y="6369561"/>
            <a:ext cx="5487625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 Güvenlik Önlemleri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9044" y="6728869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93706" y="105266"/>
                </a:moveTo>
                <a:lnTo>
                  <a:pt x="25391" y="36952"/>
                </a:lnTo>
                <a:cubicBezTo>
                  <a:pt x="19675" y="44965"/>
                  <a:pt x="16332" y="54764"/>
                  <a:pt x="16332" y="65329"/>
                </a:cubicBezTo>
                <a:cubicBezTo>
                  <a:pt x="16332" y="92379"/>
                  <a:pt x="38279" y="114326"/>
                  <a:pt x="65329" y="114326"/>
                </a:cubicBezTo>
                <a:cubicBezTo>
                  <a:pt x="75919" y="114326"/>
                  <a:pt x="85719" y="110983"/>
                  <a:pt x="93706" y="105266"/>
                </a:cubicBezTo>
                <a:close/>
                <a:moveTo>
                  <a:pt x="105266" y="93706"/>
                </a:moveTo>
                <a:cubicBezTo>
                  <a:pt x="110983" y="85693"/>
                  <a:pt x="114326" y="75894"/>
                  <a:pt x="114326" y="65329"/>
                </a:cubicBezTo>
                <a:cubicBezTo>
                  <a:pt x="114326" y="38279"/>
                  <a:pt x="92379" y="16332"/>
                  <a:pt x="65329" y="16332"/>
                </a:cubicBezTo>
                <a:cubicBezTo>
                  <a:pt x="54738" y="16332"/>
                  <a:pt x="44939" y="19675"/>
                  <a:pt x="36952" y="25391"/>
                </a:cubicBezTo>
                <a:lnTo>
                  <a:pt x="105266" y="93706"/>
                </a:lnTo>
                <a:close/>
                <a:moveTo>
                  <a:pt x="0" y="65329"/>
                </a:moveTo>
                <a:cubicBezTo>
                  <a:pt x="0" y="29273"/>
                  <a:pt x="29273" y="0"/>
                  <a:pt x="65329" y="0"/>
                </a:cubicBezTo>
                <a:cubicBezTo>
                  <a:pt x="101385" y="0"/>
                  <a:pt x="130658" y="29273"/>
                  <a:pt x="130658" y="65329"/>
                </a:cubicBezTo>
                <a:cubicBezTo>
                  <a:pt x="130658" y="101385"/>
                  <a:pt x="101385" y="130658"/>
                  <a:pt x="65329" y="130658"/>
                </a:cubicBezTo>
                <a:cubicBezTo>
                  <a:pt x="29273" y="130658"/>
                  <a:pt x="0" y="101385"/>
                  <a:pt x="0" y="65329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8" name="Text 46"/>
          <p:cNvSpPr/>
          <p:nvPr/>
        </p:nvSpPr>
        <p:spPr>
          <a:xfrm>
            <a:off x="6551363" y="6696205"/>
            <a:ext cx="1551561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fail2ban: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Brute-force koruması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9044" y="6957520"/>
            <a:ext cx="130658" cy="130658"/>
          </a:xfrm>
          <a:custGeom>
            <a:avLst/>
            <a:gdLst/>
            <a:ahLst/>
            <a:cxnLst/>
            <a:rect l="l" t="t" r="r" b="b"/>
            <a:pathLst>
              <a:path w="130658" h="130658">
                <a:moveTo>
                  <a:pt x="122517" y="48997"/>
                </a:moveTo>
                <a:lnTo>
                  <a:pt x="124533" y="48997"/>
                </a:lnTo>
                <a:cubicBezTo>
                  <a:pt x="127927" y="48997"/>
                  <a:pt x="130658" y="46266"/>
                  <a:pt x="130658" y="42872"/>
                </a:cubicBezTo>
                <a:lnTo>
                  <a:pt x="130658" y="6125"/>
                </a:lnTo>
                <a:cubicBezTo>
                  <a:pt x="130658" y="3649"/>
                  <a:pt x="129178" y="1404"/>
                  <a:pt x="126881" y="459"/>
                </a:cubicBezTo>
                <a:cubicBezTo>
                  <a:pt x="124584" y="-485"/>
                  <a:pt x="121956" y="51"/>
                  <a:pt x="120195" y="1786"/>
                </a:cubicBezTo>
                <a:lnTo>
                  <a:pt x="107002" y="15005"/>
                </a:lnTo>
                <a:cubicBezTo>
                  <a:pt x="95697" y="5640"/>
                  <a:pt x="81151" y="0"/>
                  <a:pt x="65329" y="0"/>
                </a:cubicBezTo>
                <a:cubicBezTo>
                  <a:pt x="32409" y="0"/>
                  <a:pt x="5180" y="24345"/>
                  <a:pt x="663" y="56014"/>
                </a:cubicBezTo>
                <a:cubicBezTo>
                  <a:pt x="26" y="60480"/>
                  <a:pt x="3113" y="64614"/>
                  <a:pt x="7579" y="65252"/>
                </a:cubicBezTo>
                <a:cubicBezTo>
                  <a:pt x="12045" y="65890"/>
                  <a:pt x="16179" y="62777"/>
                  <a:pt x="16817" y="58337"/>
                </a:cubicBezTo>
                <a:cubicBezTo>
                  <a:pt x="20211" y="34578"/>
                  <a:pt x="40652" y="16332"/>
                  <a:pt x="65329" y="16332"/>
                </a:cubicBezTo>
                <a:cubicBezTo>
                  <a:pt x="76659" y="16332"/>
                  <a:pt x="87071" y="20160"/>
                  <a:pt x="95365" y="26616"/>
                </a:cubicBezTo>
                <a:lnTo>
                  <a:pt x="83447" y="38534"/>
                </a:lnTo>
                <a:cubicBezTo>
                  <a:pt x="81687" y="40295"/>
                  <a:pt x="81176" y="42923"/>
                  <a:pt x="82120" y="45220"/>
                </a:cubicBezTo>
                <a:cubicBezTo>
                  <a:pt x="83065" y="47517"/>
                  <a:pt x="85310" y="48997"/>
                  <a:pt x="87786" y="48997"/>
                </a:cubicBezTo>
                <a:lnTo>
                  <a:pt x="122517" y="48997"/>
                </a:lnTo>
                <a:close/>
                <a:moveTo>
                  <a:pt x="130020" y="74643"/>
                </a:moveTo>
                <a:cubicBezTo>
                  <a:pt x="130658" y="70177"/>
                  <a:pt x="127544" y="66043"/>
                  <a:pt x="123104" y="65405"/>
                </a:cubicBezTo>
                <a:cubicBezTo>
                  <a:pt x="118664" y="64767"/>
                  <a:pt x="114504" y="67881"/>
                  <a:pt x="113866" y="72321"/>
                </a:cubicBezTo>
                <a:cubicBezTo>
                  <a:pt x="110472" y="96054"/>
                  <a:pt x="90031" y="114300"/>
                  <a:pt x="65354" y="114300"/>
                </a:cubicBezTo>
                <a:cubicBezTo>
                  <a:pt x="54024" y="114300"/>
                  <a:pt x="43612" y="110472"/>
                  <a:pt x="35318" y="104016"/>
                </a:cubicBezTo>
                <a:lnTo>
                  <a:pt x="47210" y="92124"/>
                </a:lnTo>
                <a:cubicBezTo>
                  <a:pt x="48971" y="90363"/>
                  <a:pt x="49482" y="87735"/>
                  <a:pt x="48537" y="85438"/>
                </a:cubicBezTo>
                <a:cubicBezTo>
                  <a:pt x="47593" y="83141"/>
                  <a:pt x="45347" y="81661"/>
                  <a:pt x="42872" y="81661"/>
                </a:cubicBezTo>
                <a:lnTo>
                  <a:pt x="6125" y="81661"/>
                </a:lnTo>
                <a:cubicBezTo>
                  <a:pt x="2731" y="81661"/>
                  <a:pt x="0" y="84392"/>
                  <a:pt x="0" y="87786"/>
                </a:cubicBezTo>
                <a:lnTo>
                  <a:pt x="0" y="124533"/>
                </a:lnTo>
                <a:cubicBezTo>
                  <a:pt x="0" y="127009"/>
                  <a:pt x="1480" y="129254"/>
                  <a:pt x="3777" y="130198"/>
                </a:cubicBezTo>
                <a:cubicBezTo>
                  <a:pt x="6074" y="131143"/>
                  <a:pt x="8702" y="130607"/>
                  <a:pt x="10463" y="128871"/>
                </a:cubicBezTo>
                <a:lnTo>
                  <a:pt x="23682" y="115653"/>
                </a:lnTo>
                <a:cubicBezTo>
                  <a:pt x="34961" y="125018"/>
                  <a:pt x="49507" y="130658"/>
                  <a:pt x="65329" y="130658"/>
                </a:cubicBezTo>
                <a:cubicBezTo>
                  <a:pt x="98248" y="130658"/>
                  <a:pt x="125477" y="106313"/>
                  <a:pt x="129994" y="74643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0" name="Text 48"/>
          <p:cNvSpPr/>
          <p:nvPr/>
        </p:nvSpPr>
        <p:spPr>
          <a:xfrm>
            <a:off x="6551363" y="6924856"/>
            <a:ext cx="2008863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güncellemeleri: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Düzenli patching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30878" y="7186171"/>
            <a:ext cx="146990" cy="130658"/>
          </a:xfrm>
          <a:custGeom>
            <a:avLst/>
            <a:gdLst/>
            <a:ahLst/>
            <a:cxnLst/>
            <a:rect l="l" t="t" r="r" b="b"/>
            <a:pathLst>
              <a:path w="146990" h="130658">
                <a:moveTo>
                  <a:pt x="73495" y="8166"/>
                </a:moveTo>
                <a:cubicBezTo>
                  <a:pt x="52876" y="8166"/>
                  <a:pt x="36365" y="17557"/>
                  <a:pt x="24345" y="28734"/>
                </a:cubicBezTo>
                <a:cubicBezTo>
                  <a:pt x="12402" y="39835"/>
                  <a:pt x="4415" y="53080"/>
                  <a:pt x="612" y="62190"/>
                </a:cubicBezTo>
                <a:cubicBezTo>
                  <a:pt x="-230" y="64206"/>
                  <a:pt x="-230" y="66452"/>
                  <a:pt x="612" y="68468"/>
                </a:cubicBezTo>
                <a:cubicBezTo>
                  <a:pt x="4415" y="77578"/>
                  <a:pt x="12402" y="90848"/>
                  <a:pt x="24345" y="101923"/>
                </a:cubicBezTo>
                <a:cubicBezTo>
                  <a:pt x="36365" y="113075"/>
                  <a:pt x="52876" y="122492"/>
                  <a:pt x="73495" y="122492"/>
                </a:cubicBezTo>
                <a:cubicBezTo>
                  <a:pt x="94114" y="122492"/>
                  <a:pt x="110625" y="113101"/>
                  <a:pt x="122645" y="101923"/>
                </a:cubicBezTo>
                <a:cubicBezTo>
                  <a:pt x="134588" y="90822"/>
                  <a:pt x="142575" y="77578"/>
                  <a:pt x="146377" y="68468"/>
                </a:cubicBezTo>
                <a:cubicBezTo>
                  <a:pt x="147220" y="66452"/>
                  <a:pt x="147220" y="64206"/>
                  <a:pt x="146377" y="62190"/>
                </a:cubicBezTo>
                <a:cubicBezTo>
                  <a:pt x="142575" y="53080"/>
                  <a:pt x="134588" y="39810"/>
                  <a:pt x="122645" y="28734"/>
                </a:cubicBezTo>
                <a:cubicBezTo>
                  <a:pt x="110625" y="17583"/>
                  <a:pt x="94114" y="8166"/>
                  <a:pt x="73495" y="8166"/>
                </a:cubicBezTo>
                <a:close/>
                <a:moveTo>
                  <a:pt x="36747" y="65329"/>
                </a:moveTo>
                <a:cubicBezTo>
                  <a:pt x="36747" y="45047"/>
                  <a:pt x="53213" y="28581"/>
                  <a:pt x="73495" y="28581"/>
                </a:cubicBezTo>
                <a:cubicBezTo>
                  <a:pt x="93776" y="28581"/>
                  <a:pt x="110242" y="45047"/>
                  <a:pt x="110242" y="65329"/>
                </a:cubicBezTo>
                <a:cubicBezTo>
                  <a:pt x="110242" y="85610"/>
                  <a:pt x="93776" y="102076"/>
                  <a:pt x="73495" y="102076"/>
                </a:cubicBezTo>
                <a:cubicBezTo>
                  <a:pt x="53213" y="102076"/>
                  <a:pt x="36747" y="85610"/>
                  <a:pt x="36747" y="65329"/>
                </a:cubicBezTo>
                <a:close/>
                <a:moveTo>
                  <a:pt x="73495" y="48997"/>
                </a:moveTo>
                <a:cubicBezTo>
                  <a:pt x="73495" y="58005"/>
                  <a:pt x="66171" y="65329"/>
                  <a:pt x="57163" y="65329"/>
                </a:cubicBezTo>
                <a:cubicBezTo>
                  <a:pt x="54228" y="65329"/>
                  <a:pt x="51472" y="64563"/>
                  <a:pt x="49073" y="63185"/>
                </a:cubicBezTo>
                <a:cubicBezTo>
                  <a:pt x="48818" y="65967"/>
                  <a:pt x="49048" y="68825"/>
                  <a:pt x="49813" y="71658"/>
                </a:cubicBezTo>
                <a:cubicBezTo>
                  <a:pt x="53309" y="84723"/>
                  <a:pt x="66758" y="92481"/>
                  <a:pt x="79824" y="88985"/>
                </a:cubicBezTo>
                <a:cubicBezTo>
                  <a:pt x="92889" y="85489"/>
                  <a:pt x="100647" y="72040"/>
                  <a:pt x="97151" y="58975"/>
                </a:cubicBezTo>
                <a:cubicBezTo>
                  <a:pt x="94038" y="47312"/>
                  <a:pt x="82988" y="39886"/>
                  <a:pt x="71351" y="40907"/>
                </a:cubicBezTo>
                <a:cubicBezTo>
                  <a:pt x="72704" y="43280"/>
                  <a:pt x="73495" y="46036"/>
                  <a:pt x="73495" y="48997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2" name="Text 50"/>
          <p:cNvSpPr/>
          <p:nvPr/>
        </p:nvSpPr>
        <p:spPr>
          <a:xfrm>
            <a:off x="6551363" y="7153507"/>
            <a:ext cx="1535228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monitoring: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auditd, syslog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0878" y="7414823"/>
            <a:ext cx="146990" cy="130658"/>
          </a:xfrm>
          <a:custGeom>
            <a:avLst/>
            <a:gdLst/>
            <a:ahLst/>
            <a:cxnLst/>
            <a:rect l="l" t="t" r="r" b="b"/>
            <a:pathLst>
              <a:path w="146990" h="130658">
                <a:moveTo>
                  <a:pt x="57163" y="63287"/>
                </a:moveTo>
                <a:cubicBezTo>
                  <a:pt x="74064" y="63287"/>
                  <a:pt x="87786" y="49566"/>
                  <a:pt x="87786" y="32664"/>
                </a:cubicBezTo>
                <a:cubicBezTo>
                  <a:pt x="87786" y="15763"/>
                  <a:pt x="74064" y="2042"/>
                  <a:pt x="57163" y="2042"/>
                </a:cubicBezTo>
                <a:cubicBezTo>
                  <a:pt x="40262" y="2042"/>
                  <a:pt x="26540" y="15763"/>
                  <a:pt x="26540" y="32664"/>
                </a:cubicBezTo>
                <a:cubicBezTo>
                  <a:pt x="26540" y="49566"/>
                  <a:pt x="40262" y="63287"/>
                  <a:pt x="57163" y="63287"/>
                </a:cubicBezTo>
                <a:close/>
                <a:moveTo>
                  <a:pt x="49584" y="77578"/>
                </a:moveTo>
                <a:cubicBezTo>
                  <a:pt x="24447" y="77578"/>
                  <a:pt x="4083" y="97942"/>
                  <a:pt x="4083" y="123079"/>
                </a:cubicBezTo>
                <a:cubicBezTo>
                  <a:pt x="4083" y="127264"/>
                  <a:pt x="7477" y="130658"/>
                  <a:pt x="11662" y="130658"/>
                </a:cubicBezTo>
                <a:lnTo>
                  <a:pt x="75843" y="130658"/>
                </a:lnTo>
                <a:cubicBezTo>
                  <a:pt x="66605" y="119787"/>
                  <a:pt x="61246" y="105777"/>
                  <a:pt x="61246" y="90950"/>
                </a:cubicBezTo>
                <a:lnTo>
                  <a:pt x="61246" y="83014"/>
                </a:lnTo>
                <a:cubicBezTo>
                  <a:pt x="61246" y="81151"/>
                  <a:pt x="61501" y="79313"/>
                  <a:pt x="61986" y="77578"/>
                </a:cubicBezTo>
                <a:lnTo>
                  <a:pt x="49584" y="77578"/>
                </a:lnTo>
                <a:close/>
                <a:moveTo>
                  <a:pt x="113637" y="124661"/>
                </a:moveTo>
                <a:lnTo>
                  <a:pt x="110242" y="126268"/>
                </a:lnTo>
                <a:lnTo>
                  <a:pt x="110242" y="78267"/>
                </a:lnTo>
                <a:lnTo>
                  <a:pt x="134741" y="86433"/>
                </a:lnTo>
                <a:lnTo>
                  <a:pt x="134741" y="91435"/>
                </a:lnTo>
                <a:cubicBezTo>
                  <a:pt x="134741" y="105675"/>
                  <a:pt x="126524" y="118613"/>
                  <a:pt x="113637" y="124686"/>
                </a:cubicBezTo>
                <a:close/>
                <a:moveTo>
                  <a:pt x="107665" y="66222"/>
                </a:moveTo>
                <a:lnTo>
                  <a:pt x="79084" y="75741"/>
                </a:lnTo>
                <a:cubicBezTo>
                  <a:pt x="75741" y="76863"/>
                  <a:pt x="73495" y="79977"/>
                  <a:pt x="73495" y="83498"/>
                </a:cubicBezTo>
                <a:lnTo>
                  <a:pt x="73495" y="91435"/>
                </a:lnTo>
                <a:cubicBezTo>
                  <a:pt x="73495" y="110421"/>
                  <a:pt x="84468" y="127698"/>
                  <a:pt x="101617" y="135762"/>
                </a:cubicBezTo>
                <a:lnTo>
                  <a:pt x="106338" y="137982"/>
                </a:lnTo>
                <a:cubicBezTo>
                  <a:pt x="107563" y="138543"/>
                  <a:pt x="108890" y="138849"/>
                  <a:pt x="110217" y="138849"/>
                </a:cubicBezTo>
                <a:cubicBezTo>
                  <a:pt x="111544" y="138849"/>
                  <a:pt x="112896" y="138543"/>
                  <a:pt x="114096" y="137982"/>
                </a:cubicBezTo>
                <a:lnTo>
                  <a:pt x="118817" y="135762"/>
                </a:lnTo>
                <a:cubicBezTo>
                  <a:pt x="136017" y="127672"/>
                  <a:pt x="146990" y="110396"/>
                  <a:pt x="146990" y="91409"/>
                </a:cubicBezTo>
                <a:lnTo>
                  <a:pt x="146990" y="83473"/>
                </a:lnTo>
                <a:cubicBezTo>
                  <a:pt x="146990" y="79951"/>
                  <a:pt x="144744" y="76838"/>
                  <a:pt x="141401" y="75715"/>
                </a:cubicBezTo>
                <a:lnTo>
                  <a:pt x="112820" y="66197"/>
                </a:lnTo>
                <a:cubicBezTo>
                  <a:pt x="111136" y="65635"/>
                  <a:pt x="109324" y="65635"/>
                  <a:pt x="107665" y="66197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4" name="Text 52"/>
          <p:cNvSpPr/>
          <p:nvPr/>
        </p:nvSpPr>
        <p:spPr>
          <a:xfrm>
            <a:off x="6551363" y="7382158"/>
            <a:ext cx="1812876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SELinux/AppArmor: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MAC sistemleri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26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spc="101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03 · En İyi Uygulama Yöntemleri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20087"/>
            <a:ext cx="11626627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Monitoring ve Troubleshooting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57" y="1094271"/>
            <a:ext cx="1167222" cy="36476"/>
          </a:xfrm>
          <a:custGeom>
            <a:avLst/>
            <a:gdLst/>
            <a:ahLst/>
            <a:cxnLst/>
            <a:rect l="l" t="t" r="r" b="b"/>
            <a:pathLst>
              <a:path w="1167222" h="36476">
                <a:moveTo>
                  <a:pt x="0" y="0"/>
                </a:moveTo>
                <a:lnTo>
                  <a:pt x="1167222" y="0"/>
                </a:lnTo>
                <a:lnTo>
                  <a:pt x="1167222" y="36476"/>
                </a:lnTo>
                <a:lnTo>
                  <a:pt x="0" y="3647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72052" y="1313125"/>
            <a:ext cx="3718697" cy="2772153"/>
          </a:xfrm>
          <a:custGeom>
            <a:avLst/>
            <a:gdLst/>
            <a:ahLst/>
            <a:cxnLst/>
            <a:rect l="l" t="t" r="r" b="b"/>
            <a:pathLst>
              <a:path w="3718697" h="2772153">
                <a:moveTo>
                  <a:pt x="0" y="0"/>
                </a:moveTo>
                <a:lnTo>
                  <a:pt x="3718697" y="0"/>
                </a:lnTo>
                <a:lnTo>
                  <a:pt x="3718697" y="2772153"/>
                </a:lnTo>
                <a:lnTo>
                  <a:pt x="0" y="2772153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2052" y="1313125"/>
            <a:ext cx="14590" cy="2772153"/>
          </a:xfrm>
          <a:custGeom>
            <a:avLst/>
            <a:gdLst/>
            <a:ahLst/>
            <a:cxnLst/>
            <a:rect l="l" t="t" r="r" b="b"/>
            <a:pathLst>
              <a:path w="14590" h="2772153">
                <a:moveTo>
                  <a:pt x="0" y="0"/>
                </a:moveTo>
                <a:lnTo>
                  <a:pt x="14590" y="0"/>
                </a:lnTo>
                <a:lnTo>
                  <a:pt x="14590" y="2772153"/>
                </a:lnTo>
                <a:lnTo>
                  <a:pt x="0" y="2772153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61726" y="1495503"/>
            <a:ext cx="342871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Paket Analizi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1726" y="1860260"/>
            <a:ext cx="3346645" cy="1021319"/>
          </a:xfrm>
          <a:custGeom>
            <a:avLst/>
            <a:gdLst/>
            <a:ahLst/>
            <a:cxnLst/>
            <a:rect l="l" t="t" r="r" b="b"/>
            <a:pathLst>
              <a:path w="3346645" h="1021319">
                <a:moveTo>
                  <a:pt x="0" y="0"/>
                </a:moveTo>
                <a:lnTo>
                  <a:pt x="3346645" y="0"/>
                </a:lnTo>
                <a:lnTo>
                  <a:pt x="3346645" y="1021319"/>
                </a:lnTo>
                <a:lnTo>
                  <a:pt x="0" y="102131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1153" y="1969687"/>
            <a:ext cx="32007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tcpdump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1153" y="2225017"/>
            <a:ext cx="319162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Komut satırı paket yakalama aracı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1153" y="2480347"/>
            <a:ext cx="3182504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tcpdump -i eth0 port 80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tcpdump -w capture.pcap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726" y="2990784"/>
            <a:ext cx="3346645" cy="911892"/>
          </a:xfrm>
          <a:custGeom>
            <a:avLst/>
            <a:gdLst/>
            <a:ahLst/>
            <a:cxnLst/>
            <a:rect l="l" t="t" r="r" b="b"/>
            <a:pathLst>
              <a:path w="3346645" h="911892">
                <a:moveTo>
                  <a:pt x="0" y="0"/>
                </a:moveTo>
                <a:lnTo>
                  <a:pt x="3346645" y="0"/>
                </a:lnTo>
                <a:lnTo>
                  <a:pt x="3346645" y="911892"/>
                </a:lnTo>
                <a:lnTo>
                  <a:pt x="0" y="91189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1153" y="3100211"/>
            <a:ext cx="32007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Wireshark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1153" y="3355541"/>
            <a:ext cx="319162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tabanlı paket analizi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1153" y="3610871"/>
            <a:ext cx="319162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Derin protokol analizi, filtreleme, istatistik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1097" y="1313125"/>
            <a:ext cx="3718697" cy="2772153"/>
          </a:xfrm>
          <a:custGeom>
            <a:avLst/>
            <a:gdLst/>
            <a:ahLst/>
            <a:cxnLst/>
            <a:rect l="l" t="t" r="r" b="b"/>
            <a:pathLst>
              <a:path w="3718697" h="2772153">
                <a:moveTo>
                  <a:pt x="0" y="0"/>
                </a:moveTo>
                <a:lnTo>
                  <a:pt x="3718697" y="0"/>
                </a:lnTo>
                <a:lnTo>
                  <a:pt x="3718697" y="2772153"/>
                </a:lnTo>
                <a:lnTo>
                  <a:pt x="0" y="2772153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241097" y="1313125"/>
            <a:ext cx="14590" cy="2772153"/>
          </a:xfrm>
          <a:custGeom>
            <a:avLst/>
            <a:gdLst/>
            <a:ahLst/>
            <a:cxnLst/>
            <a:rect l="l" t="t" r="r" b="b"/>
            <a:pathLst>
              <a:path w="14590" h="2772153">
                <a:moveTo>
                  <a:pt x="0" y="0"/>
                </a:moveTo>
                <a:lnTo>
                  <a:pt x="14590" y="0"/>
                </a:lnTo>
                <a:lnTo>
                  <a:pt x="14590" y="2772153"/>
                </a:lnTo>
                <a:lnTo>
                  <a:pt x="0" y="2772153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8" name="Text 16"/>
          <p:cNvSpPr/>
          <p:nvPr/>
        </p:nvSpPr>
        <p:spPr>
          <a:xfrm>
            <a:off x="4430771" y="1495503"/>
            <a:ext cx="342871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Bağlantı İzleme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0771" y="1860260"/>
            <a:ext cx="3346645" cy="984844"/>
          </a:xfrm>
          <a:custGeom>
            <a:avLst/>
            <a:gdLst/>
            <a:ahLst/>
            <a:cxnLst/>
            <a:rect l="l" t="t" r="r" b="b"/>
            <a:pathLst>
              <a:path w="3346645" h="984844">
                <a:moveTo>
                  <a:pt x="0" y="0"/>
                </a:moveTo>
                <a:lnTo>
                  <a:pt x="3346645" y="0"/>
                </a:lnTo>
                <a:lnTo>
                  <a:pt x="3346645" y="984844"/>
                </a:lnTo>
                <a:lnTo>
                  <a:pt x="0" y="98484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40198" y="1969687"/>
            <a:ext cx="32007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 (Socket Statistics)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40198" y="2225017"/>
            <a:ext cx="318250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 -tlnp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40198" y="2407289"/>
            <a:ext cx="318250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 -s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40198" y="2589551"/>
            <a:ext cx="318250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 -i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0771" y="2954193"/>
            <a:ext cx="3346645" cy="656562"/>
          </a:xfrm>
          <a:custGeom>
            <a:avLst/>
            <a:gdLst/>
            <a:ahLst/>
            <a:cxnLst/>
            <a:rect l="l" t="t" r="r" b="b"/>
            <a:pathLst>
              <a:path w="3346645" h="656562">
                <a:moveTo>
                  <a:pt x="0" y="0"/>
                </a:moveTo>
                <a:lnTo>
                  <a:pt x="3346645" y="0"/>
                </a:lnTo>
                <a:lnTo>
                  <a:pt x="3346645" y="656562"/>
                </a:lnTo>
                <a:lnTo>
                  <a:pt x="0" y="65656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40198" y="3063620"/>
            <a:ext cx="32007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iftop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40198" y="3318950"/>
            <a:ext cx="319162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Gerçek zamanlı bant genişliği kullanımı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10256" y="1313125"/>
            <a:ext cx="3718697" cy="2772153"/>
          </a:xfrm>
          <a:custGeom>
            <a:avLst/>
            <a:gdLst/>
            <a:ahLst/>
            <a:cxnLst/>
            <a:rect l="l" t="t" r="r" b="b"/>
            <a:pathLst>
              <a:path w="3718697" h="2772153">
                <a:moveTo>
                  <a:pt x="0" y="0"/>
                </a:moveTo>
                <a:lnTo>
                  <a:pt x="3718697" y="0"/>
                </a:lnTo>
                <a:lnTo>
                  <a:pt x="3718697" y="2772153"/>
                </a:lnTo>
                <a:lnTo>
                  <a:pt x="0" y="2772153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10256" y="1313125"/>
            <a:ext cx="14590" cy="2772153"/>
          </a:xfrm>
          <a:custGeom>
            <a:avLst/>
            <a:gdLst/>
            <a:ahLst/>
            <a:cxnLst/>
            <a:rect l="l" t="t" r="r" b="b"/>
            <a:pathLst>
              <a:path w="14590" h="2772153">
                <a:moveTo>
                  <a:pt x="0" y="0"/>
                </a:moveTo>
                <a:lnTo>
                  <a:pt x="14590" y="0"/>
                </a:lnTo>
                <a:lnTo>
                  <a:pt x="14590" y="2772153"/>
                </a:lnTo>
                <a:lnTo>
                  <a:pt x="0" y="2772153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29" name="Text 27"/>
          <p:cNvSpPr/>
          <p:nvPr/>
        </p:nvSpPr>
        <p:spPr>
          <a:xfrm>
            <a:off x="8299930" y="1495503"/>
            <a:ext cx="342871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Rota Testi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99930" y="1860260"/>
            <a:ext cx="3346645" cy="802465"/>
          </a:xfrm>
          <a:custGeom>
            <a:avLst/>
            <a:gdLst/>
            <a:ahLst/>
            <a:cxnLst/>
            <a:rect l="l" t="t" r="r" b="b"/>
            <a:pathLst>
              <a:path w="3346645" h="802465">
                <a:moveTo>
                  <a:pt x="0" y="0"/>
                </a:moveTo>
                <a:lnTo>
                  <a:pt x="3346645" y="0"/>
                </a:lnTo>
                <a:lnTo>
                  <a:pt x="3346645" y="802465"/>
                </a:lnTo>
                <a:lnTo>
                  <a:pt x="0" y="80246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09357" y="1969687"/>
            <a:ext cx="32007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traceroute/mtr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09357" y="2225017"/>
            <a:ext cx="318250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traceroute google.com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09357" y="2407289"/>
            <a:ext cx="318250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mtr -r google.com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99930" y="2771930"/>
            <a:ext cx="3346645" cy="802465"/>
          </a:xfrm>
          <a:custGeom>
            <a:avLst/>
            <a:gdLst/>
            <a:ahLst/>
            <a:cxnLst/>
            <a:rect l="l" t="t" r="r" b="b"/>
            <a:pathLst>
              <a:path w="3346645" h="802465">
                <a:moveTo>
                  <a:pt x="0" y="0"/>
                </a:moveTo>
                <a:lnTo>
                  <a:pt x="3346645" y="0"/>
                </a:lnTo>
                <a:lnTo>
                  <a:pt x="3346645" y="802465"/>
                </a:lnTo>
                <a:lnTo>
                  <a:pt x="0" y="80246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409357" y="2881357"/>
            <a:ext cx="320074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route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09357" y="3136687"/>
            <a:ext cx="318250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 route show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09357" y="3318950"/>
            <a:ext cx="3182504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 route get 8.8.8.8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2052" y="4230958"/>
            <a:ext cx="5651908" cy="2626250"/>
          </a:xfrm>
          <a:custGeom>
            <a:avLst/>
            <a:gdLst/>
            <a:ahLst/>
            <a:cxnLst/>
            <a:rect l="l" t="t" r="r" b="b"/>
            <a:pathLst>
              <a:path w="5651908" h="2626250">
                <a:moveTo>
                  <a:pt x="0" y="0"/>
                </a:moveTo>
                <a:lnTo>
                  <a:pt x="5651908" y="0"/>
                </a:lnTo>
                <a:lnTo>
                  <a:pt x="5651908" y="2626250"/>
                </a:lnTo>
                <a:lnTo>
                  <a:pt x="0" y="262625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72052" y="4230958"/>
            <a:ext cx="14590" cy="2626250"/>
          </a:xfrm>
          <a:custGeom>
            <a:avLst/>
            <a:gdLst/>
            <a:ahLst/>
            <a:cxnLst/>
            <a:rect l="l" t="t" r="r" b="b"/>
            <a:pathLst>
              <a:path w="14590" h="2626250">
                <a:moveTo>
                  <a:pt x="0" y="0"/>
                </a:moveTo>
                <a:lnTo>
                  <a:pt x="14590" y="0"/>
                </a:lnTo>
                <a:lnTo>
                  <a:pt x="14590" y="2626250"/>
                </a:lnTo>
                <a:lnTo>
                  <a:pt x="0" y="262625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0" name="Text 38"/>
          <p:cNvSpPr/>
          <p:nvPr/>
        </p:nvSpPr>
        <p:spPr>
          <a:xfrm>
            <a:off x="561726" y="4413336"/>
            <a:ext cx="537104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Troubleshooting Metodolojisi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1726" y="4778093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2" name="Text 40"/>
          <p:cNvSpPr/>
          <p:nvPr/>
        </p:nvSpPr>
        <p:spPr>
          <a:xfrm>
            <a:off x="529809" y="4778093"/>
            <a:ext cx="3556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2958" y="4814569"/>
            <a:ext cx="180554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Fiziksel bağlantıyı kontrol et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1726" y="5179326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5" name="Text 43"/>
          <p:cNvSpPr/>
          <p:nvPr/>
        </p:nvSpPr>
        <p:spPr>
          <a:xfrm>
            <a:off x="529809" y="5179326"/>
            <a:ext cx="3556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62958" y="5215801"/>
            <a:ext cx="187849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konfigürasyonunu doğrula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61726" y="5580558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8" name="Text 46"/>
          <p:cNvSpPr/>
          <p:nvPr/>
        </p:nvSpPr>
        <p:spPr>
          <a:xfrm>
            <a:off x="529809" y="5580558"/>
            <a:ext cx="3556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62958" y="5617034"/>
            <a:ext cx="185114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 tablosunu kontrol et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1726" y="5981791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1" name="Text 49"/>
          <p:cNvSpPr/>
          <p:nvPr/>
        </p:nvSpPr>
        <p:spPr>
          <a:xfrm>
            <a:off x="529809" y="5981791"/>
            <a:ext cx="3556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62958" y="6018267"/>
            <a:ext cx="175995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çözümlemesini test et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61726" y="6383023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4" name="Text 52"/>
          <p:cNvSpPr/>
          <p:nvPr/>
        </p:nvSpPr>
        <p:spPr>
          <a:xfrm>
            <a:off x="529809" y="6383023"/>
            <a:ext cx="3556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62958" y="6419499"/>
            <a:ext cx="205175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 kurallarını gözden geçir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75677" y="4230958"/>
            <a:ext cx="5651908" cy="2626250"/>
          </a:xfrm>
          <a:custGeom>
            <a:avLst/>
            <a:gdLst/>
            <a:ahLst/>
            <a:cxnLst/>
            <a:rect l="l" t="t" r="r" b="b"/>
            <a:pathLst>
              <a:path w="5651908" h="2626250">
                <a:moveTo>
                  <a:pt x="0" y="0"/>
                </a:moveTo>
                <a:lnTo>
                  <a:pt x="5651908" y="0"/>
                </a:lnTo>
                <a:lnTo>
                  <a:pt x="5651908" y="2626250"/>
                </a:lnTo>
                <a:lnTo>
                  <a:pt x="0" y="262625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75677" y="4230958"/>
            <a:ext cx="14590" cy="2626250"/>
          </a:xfrm>
          <a:custGeom>
            <a:avLst/>
            <a:gdLst/>
            <a:ahLst/>
            <a:cxnLst/>
            <a:rect l="l" t="t" r="r" b="b"/>
            <a:pathLst>
              <a:path w="14590" h="2626250">
                <a:moveTo>
                  <a:pt x="0" y="0"/>
                </a:moveTo>
                <a:lnTo>
                  <a:pt x="14590" y="0"/>
                </a:lnTo>
                <a:lnTo>
                  <a:pt x="14590" y="2626250"/>
                </a:lnTo>
                <a:lnTo>
                  <a:pt x="0" y="262625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8" name="Text 56"/>
          <p:cNvSpPr/>
          <p:nvPr/>
        </p:nvSpPr>
        <p:spPr>
          <a:xfrm>
            <a:off x="6365351" y="4413336"/>
            <a:ext cx="537104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Proaktif Monitoring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88148" y="5051661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20518" y="20518"/>
                </a:moveTo>
                <a:cubicBezTo>
                  <a:pt x="20518" y="14843"/>
                  <a:pt x="15933" y="10259"/>
                  <a:pt x="10259" y="10259"/>
                </a:cubicBezTo>
                <a:cubicBezTo>
                  <a:pt x="4584" y="10259"/>
                  <a:pt x="0" y="14843"/>
                  <a:pt x="0" y="20518"/>
                </a:cubicBezTo>
                <a:lnTo>
                  <a:pt x="0" y="128235"/>
                </a:lnTo>
                <a:cubicBezTo>
                  <a:pt x="0" y="142405"/>
                  <a:pt x="11477" y="153882"/>
                  <a:pt x="25647" y="153882"/>
                </a:cubicBezTo>
                <a:lnTo>
                  <a:pt x="153882" y="153882"/>
                </a:lnTo>
                <a:cubicBezTo>
                  <a:pt x="159556" y="153882"/>
                  <a:pt x="164141" y="149297"/>
                  <a:pt x="164141" y="143623"/>
                </a:cubicBezTo>
                <a:cubicBezTo>
                  <a:pt x="164141" y="137949"/>
                  <a:pt x="159556" y="133364"/>
                  <a:pt x="153882" y="133364"/>
                </a:cubicBezTo>
                <a:lnTo>
                  <a:pt x="25647" y="133364"/>
                </a:lnTo>
                <a:cubicBezTo>
                  <a:pt x="22826" y="133364"/>
                  <a:pt x="20518" y="131056"/>
                  <a:pt x="20518" y="128235"/>
                </a:cubicBezTo>
                <a:lnTo>
                  <a:pt x="20518" y="20518"/>
                </a:lnTo>
                <a:close/>
                <a:moveTo>
                  <a:pt x="150868" y="48280"/>
                </a:moveTo>
                <a:cubicBezTo>
                  <a:pt x="154876" y="44273"/>
                  <a:pt x="154876" y="37765"/>
                  <a:pt x="150868" y="33758"/>
                </a:cubicBezTo>
                <a:cubicBezTo>
                  <a:pt x="146861" y="29750"/>
                  <a:pt x="140353" y="29750"/>
                  <a:pt x="136346" y="33758"/>
                </a:cubicBezTo>
                <a:lnTo>
                  <a:pt x="102588" y="67548"/>
                </a:lnTo>
                <a:lnTo>
                  <a:pt x="84186" y="49178"/>
                </a:lnTo>
                <a:cubicBezTo>
                  <a:pt x="80179" y="45171"/>
                  <a:pt x="73671" y="45171"/>
                  <a:pt x="69664" y="49178"/>
                </a:cubicBezTo>
                <a:lnTo>
                  <a:pt x="38887" y="79954"/>
                </a:lnTo>
                <a:cubicBezTo>
                  <a:pt x="34880" y="83962"/>
                  <a:pt x="34880" y="90470"/>
                  <a:pt x="38887" y="94477"/>
                </a:cubicBezTo>
                <a:cubicBezTo>
                  <a:pt x="42895" y="98484"/>
                  <a:pt x="49402" y="98484"/>
                  <a:pt x="53410" y="94477"/>
                </a:cubicBezTo>
                <a:lnTo>
                  <a:pt x="76941" y="70946"/>
                </a:lnTo>
                <a:lnTo>
                  <a:pt x="95343" y="89348"/>
                </a:lnTo>
                <a:cubicBezTo>
                  <a:pt x="99350" y="93355"/>
                  <a:pt x="105858" y="93355"/>
                  <a:pt x="109865" y="89348"/>
                </a:cubicBezTo>
                <a:lnTo>
                  <a:pt x="150900" y="48312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0" name="Text 58"/>
          <p:cNvSpPr/>
          <p:nvPr/>
        </p:nvSpPr>
        <p:spPr>
          <a:xfrm>
            <a:off x="6679953" y="5015185"/>
            <a:ext cx="188761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 + Grafana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79953" y="5234039"/>
            <a:ext cx="1878498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Metrik toplama ve görselleştirme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88148" y="5562320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82070" y="0"/>
                </a:moveTo>
                <a:cubicBezTo>
                  <a:pt x="86783" y="0"/>
                  <a:pt x="91111" y="2597"/>
                  <a:pt x="93355" y="6732"/>
                </a:cubicBezTo>
                <a:lnTo>
                  <a:pt x="162602" y="134967"/>
                </a:lnTo>
                <a:cubicBezTo>
                  <a:pt x="164750" y="138942"/>
                  <a:pt x="164654" y="143751"/>
                  <a:pt x="162345" y="147630"/>
                </a:cubicBezTo>
                <a:cubicBezTo>
                  <a:pt x="160037" y="151509"/>
                  <a:pt x="155837" y="153882"/>
                  <a:pt x="151317" y="153882"/>
                </a:cubicBezTo>
                <a:lnTo>
                  <a:pt x="12823" y="153882"/>
                </a:lnTo>
                <a:cubicBezTo>
                  <a:pt x="8303" y="153882"/>
                  <a:pt x="4136" y="151509"/>
                  <a:pt x="1795" y="147630"/>
                </a:cubicBezTo>
                <a:cubicBezTo>
                  <a:pt x="-545" y="143751"/>
                  <a:pt x="-609" y="138942"/>
                  <a:pt x="1539" y="134967"/>
                </a:cubicBezTo>
                <a:lnTo>
                  <a:pt x="70786" y="6732"/>
                </a:lnTo>
                <a:cubicBezTo>
                  <a:pt x="73030" y="2597"/>
                  <a:pt x="77358" y="0"/>
                  <a:pt x="82070" y="0"/>
                </a:cubicBezTo>
                <a:close/>
                <a:moveTo>
                  <a:pt x="82070" y="53859"/>
                </a:moveTo>
                <a:cubicBezTo>
                  <a:pt x="77806" y="53859"/>
                  <a:pt x="74376" y="57289"/>
                  <a:pt x="74376" y="61553"/>
                </a:cubicBezTo>
                <a:lnTo>
                  <a:pt x="74376" y="97458"/>
                </a:lnTo>
                <a:cubicBezTo>
                  <a:pt x="74376" y="101722"/>
                  <a:pt x="77806" y="105153"/>
                  <a:pt x="82070" y="105153"/>
                </a:cubicBezTo>
                <a:cubicBezTo>
                  <a:pt x="86334" y="105153"/>
                  <a:pt x="89764" y="101722"/>
                  <a:pt x="89764" y="97458"/>
                </a:cubicBezTo>
                <a:lnTo>
                  <a:pt x="89764" y="61553"/>
                </a:lnTo>
                <a:cubicBezTo>
                  <a:pt x="89764" y="57289"/>
                  <a:pt x="86334" y="53859"/>
                  <a:pt x="82070" y="53859"/>
                </a:cubicBezTo>
                <a:close/>
                <a:moveTo>
                  <a:pt x="90630" y="123105"/>
                </a:moveTo>
                <a:cubicBezTo>
                  <a:pt x="90825" y="119928"/>
                  <a:pt x="89240" y="116905"/>
                  <a:pt x="86517" y="115258"/>
                </a:cubicBezTo>
                <a:cubicBezTo>
                  <a:pt x="83793" y="113610"/>
                  <a:pt x="80380" y="113610"/>
                  <a:pt x="77656" y="115258"/>
                </a:cubicBezTo>
                <a:cubicBezTo>
                  <a:pt x="74932" y="116905"/>
                  <a:pt x="73348" y="119928"/>
                  <a:pt x="73543" y="123105"/>
                </a:cubicBezTo>
                <a:cubicBezTo>
                  <a:pt x="73348" y="126283"/>
                  <a:pt x="74932" y="129306"/>
                  <a:pt x="77656" y="130953"/>
                </a:cubicBezTo>
                <a:cubicBezTo>
                  <a:pt x="80380" y="132601"/>
                  <a:pt x="83793" y="132601"/>
                  <a:pt x="86517" y="130953"/>
                </a:cubicBezTo>
                <a:cubicBezTo>
                  <a:pt x="89240" y="129306"/>
                  <a:pt x="90825" y="126283"/>
                  <a:pt x="90630" y="123105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3" name="Text 61"/>
          <p:cNvSpPr/>
          <p:nvPr/>
        </p:nvSpPr>
        <p:spPr>
          <a:xfrm>
            <a:off x="6679953" y="5525845"/>
            <a:ext cx="166876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Manager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679953" y="5744699"/>
            <a:ext cx="165964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Otomatik alert ve notification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08665" y="6072980"/>
            <a:ext cx="123105" cy="164141"/>
          </a:xfrm>
          <a:custGeom>
            <a:avLst/>
            <a:gdLst/>
            <a:ahLst/>
            <a:cxnLst/>
            <a:rect l="l" t="t" r="r" b="b"/>
            <a:pathLst>
              <a:path w="123105" h="164141">
                <a:moveTo>
                  <a:pt x="0" y="20518"/>
                </a:moveTo>
                <a:cubicBezTo>
                  <a:pt x="0" y="9201"/>
                  <a:pt x="9201" y="0"/>
                  <a:pt x="20518" y="0"/>
                </a:cubicBezTo>
                <a:lnTo>
                  <a:pt x="68445" y="0"/>
                </a:lnTo>
                <a:cubicBezTo>
                  <a:pt x="73895" y="0"/>
                  <a:pt x="79121" y="2148"/>
                  <a:pt x="82968" y="5995"/>
                </a:cubicBezTo>
                <a:lnTo>
                  <a:pt x="117110" y="40170"/>
                </a:lnTo>
                <a:cubicBezTo>
                  <a:pt x="120958" y="44017"/>
                  <a:pt x="123105" y="49242"/>
                  <a:pt x="123105" y="54692"/>
                </a:cubicBezTo>
                <a:lnTo>
                  <a:pt x="123105" y="143623"/>
                </a:lnTo>
                <a:cubicBezTo>
                  <a:pt x="123105" y="154940"/>
                  <a:pt x="113905" y="164141"/>
                  <a:pt x="102588" y="164141"/>
                </a:cubicBezTo>
                <a:lnTo>
                  <a:pt x="20518" y="164141"/>
                </a:lnTo>
                <a:cubicBezTo>
                  <a:pt x="9201" y="164141"/>
                  <a:pt x="0" y="154940"/>
                  <a:pt x="0" y="143623"/>
                </a:cubicBezTo>
                <a:lnTo>
                  <a:pt x="0" y="20518"/>
                </a:lnTo>
                <a:close/>
                <a:moveTo>
                  <a:pt x="66682" y="18754"/>
                </a:moveTo>
                <a:lnTo>
                  <a:pt x="66682" y="48729"/>
                </a:lnTo>
                <a:cubicBezTo>
                  <a:pt x="66682" y="52993"/>
                  <a:pt x="70112" y="56423"/>
                  <a:pt x="74376" y="56423"/>
                </a:cubicBezTo>
                <a:lnTo>
                  <a:pt x="104351" y="56423"/>
                </a:lnTo>
                <a:lnTo>
                  <a:pt x="66682" y="18754"/>
                </a:lnTo>
                <a:close/>
                <a:moveTo>
                  <a:pt x="38470" y="82070"/>
                </a:moveTo>
                <a:cubicBezTo>
                  <a:pt x="34207" y="82070"/>
                  <a:pt x="30776" y="85501"/>
                  <a:pt x="30776" y="89764"/>
                </a:cubicBezTo>
                <a:cubicBezTo>
                  <a:pt x="30776" y="94028"/>
                  <a:pt x="34207" y="97458"/>
                  <a:pt x="38470" y="97458"/>
                </a:cubicBezTo>
                <a:lnTo>
                  <a:pt x="84635" y="97458"/>
                </a:lnTo>
                <a:cubicBezTo>
                  <a:pt x="88899" y="97458"/>
                  <a:pt x="92329" y="94028"/>
                  <a:pt x="92329" y="89764"/>
                </a:cubicBezTo>
                <a:cubicBezTo>
                  <a:pt x="92329" y="85501"/>
                  <a:pt x="88899" y="82070"/>
                  <a:pt x="84635" y="82070"/>
                </a:cubicBezTo>
                <a:lnTo>
                  <a:pt x="38470" y="82070"/>
                </a:lnTo>
                <a:close/>
                <a:moveTo>
                  <a:pt x="38470" y="112847"/>
                </a:moveTo>
                <a:cubicBezTo>
                  <a:pt x="34207" y="112847"/>
                  <a:pt x="30776" y="116277"/>
                  <a:pt x="30776" y="120541"/>
                </a:cubicBezTo>
                <a:cubicBezTo>
                  <a:pt x="30776" y="124805"/>
                  <a:pt x="34207" y="128235"/>
                  <a:pt x="38470" y="128235"/>
                </a:cubicBezTo>
                <a:lnTo>
                  <a:pt x="84635" y="128235"/>
                </a:lnTo>
                <a:cubicBezTo>
                  <a:pt x="88899" y="128235"/>
                  <a:pt x="92329" y="124805"/>
                  <a:pt x="92329" y="120541"/>
                </a:cubicBezTo>
                <a:cubicBezTo>
                  <a:pt x="92329" y="116277"/>
                  <a:pt x="88899" y="112847"/>
                  <a:pt x="84635" y="112847"/>
                </a:cubicBezTo>
                <a:lnTo>
                  <a:pt x="38470" y="112847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6" name="Text 64"/>
          <p:cNvSpPr/>
          <p:nvPr/>
        </p:nvSpPr>
        <p:spPr>
          <a:xfrm>
            <a:off x="6679953" y="6036504"/>
            <a:ext cx="147726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ELK Stack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679953" y="6255359"/>
            <a:ext cx="146814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aggregation ve analizi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onceptdraw.com/0c218fd0d828a590a2742fe9e7ab6d1c60215e12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361" b="1236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164320"/>
            <a:ext cx="1188720" cy="350520"/>
          </a:xfrm>
          <a:custGeom>
            <a:avLst/>
            <a:gdLst/>
            <a:ahLst/>
            <a:cxnLst/>
            <a:rect l="l" t="t" r="r" b="b"/>
            <a:pathLst>
              <a:path w="1188720" h="350520">
                <a:moveTo>
                  <a:pt x="38102" y="0"/>
                </a:moveTo>
                <a:lnTo>
                  <a:pt x="1150618" y="0"/>
                </a:lnTo>
                <a:cubicBezTo>
                  <a:pt x="1171661" y="0"/>
                  <a:pt x="1188720" y="17059"/>
                  <a:pt x="1188720" y="38102"/>
                </a:cubicBezTo>
                <a:lnTo>
                  <a:pt x="1188720" y="312418"/>
                </a:lnTo>
                <a:cubicBezTo>
                  <a:pt x="1188720" y="333461"/>
                  <a:pt x="1171661" y="350520"/>
                  <a:pt x="1150618" y="350520"/>
                </a:cubicBezTo>
                <a:lnTo>
                  <a:pt x="38102" y="350520"/>
                </a:lnTo>
                <a:cubicBezTo>
                  <a:pt x="17059" y="350520"/>
                  <a:pt x="0" y="333461"/>
                  <a:pt x="0" y="3124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C7E9A">
              <a:alpha val="20000"/>
            </a:srgbClr>
          </a:solidFill>
          <a:ln w="10160">
            <a:solidFill>
              <a:srgbClr val="4C7E9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2206228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47246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Rakip ve Benzer Projeler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9024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33146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Açık kaynak network yönetim ekosisteminin analizi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6611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spc="9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04 · Rakip ve Benzer Projeler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583021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Açık Kaynak Network Projeleri Haritası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54" y="1028861"/>
            <a:ext cx="1097451" cy="34295"/>
          </a:xfrm>
          <a:custGeom>
            <a:avLst/>
            <a:gdLst/>
            <a:ahLst/>
            <a:cxnLst/>
            <a:rect l="l" t="t" r="r" b="b"/>
            <a:pathLst>
              <a:path w="1097451" h="34295">
                <a:moveTo>
                  <a:pt x="0" y="0"/>
                </a:moveTo>
                <a:lnTo>
                  <a:pt x="1097451" y="0"/>
                </a:lnTo>
                <a:lnTo>
                  <a:pt x="1097451" y="34295"/>
                </a:lnTo>
                <a:lnTo>
                  <a:pt x="0" y="3429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49813" y="1200338"/>
            <a:ext cx="5682741" cy="3086582"/>
          </a:xfrm>
          <a:custGeom>
            <a:avLst/>
            <a:gdLst/>
            <a:ahLst/>
            <a:cxnLst/>
            <a:rect l="l" t="t" r="r" b="b"/>
            <a:pathLst>
              <a:path w="5682741" h="3086582">
                <a:moveTo>
                  <a:pt x="0" y="0"/>
                </a:moveTo>
                <a:lnTo>
                  <a:pt x="5682741" y="0"/>
                </a:lnTo>
                <a:lnTo>
                  <a:pt x="5682741" y="3086582"/>
                </a:lnTo>
                <a:lnTo>
                  <a:pt x="0" y="3086582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9813" y="1200338"/>
            <a:ext cx="13718" cy="3086582"/>
          </a:xfrm>
          <a:custGeom>
            <a:avLst/>
            <a:gdLst/>
            <a:ahLst/>
            <a:cxnLst/>
            <a:rect l="l" t="t" r="r" b="b"/>
            <a:pathLst>
              <a:path w="13718" h="3086582">
                <a:moveTo>
                  <a:pt x="0" y="0"/>
                </a:moveTo>
                <a:lnTo>
                  <a:pt x="13718" y="0"/>
                </a:lnTo>
                <a:lnTo>
                  <a:pt x="13718" y="3086582"/>
                </a:lnTo>
                <a:lnTo>
                  <a:pt x="0" y="3086582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Shape 5"/>
          <p:cNvSpPr/>
          <p:nvPr/>
        </p:nvSpPr>
        <p:spPr>
          <a:xfrm>
            <a:off x="515288" y="1371814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171477" y="32152"/>
                </a:moveTo>
                <a:cubicBezTo>
                  <a:pt x="171477" y="48965"/>
                  <a:pt x="151683" y="74050"/>
                  <a:pt x="143143" y="84064"/>
                </a:cubicBezTo>
                <a:cubicBezTo>
                  <a:pt x="141870" y="85537"/>
                  <a:pt x="139995" y="86107"/>
                  <a:pt x="138287" y="85738"/>
                </a:cubicBezTo>
                <a:lnTo>
                  <a:pt x="107173" y="85738"/>
                </a:lnTo>
                <a:cubicBezTo>
                  <a:pt x="101245" y="85738"/>
                  <a:pt x="96456" y="90528"/>
                  <a:pt x="96456" y="96456"/>
                </a:cubicBezTo>
                <a:cubicBezTo>
                  <a:pt x="96456" y="102384"/>
                  <a:pt x="101245" y="107173"/>
                  <a:pt x="107173" y="107173"/>
                </a:cubicBezTo>
                <a:lnTo>
                  <a:pt x="139325" y="107173"/>
                </a:lnTo>
                <a:cubicBezTo>
                  <a:pt x="157075" y="107173"/>
                  <a:pt x="171477" y="121574"/>
                  <a:pt x="171477" y="139325"/>
                </a:cubicBezTo>
                <a:cubicBezTo>
                  <a:pt x="171477" y="157075"/>
                  <a:pt x="157075" y="171477"/>
                  <a:pt x="139325" y="171477"/>
                </a:cubicBezTo>
                <a:lnTo>
                  <a:pt x="46754" y="171477"/>
                </a:lnTo>
                <a:cubicBezTo>
                  <a:pt x="49668" y="168161"/>
                  <a:pt x="53218" y="163908"/>
                  <a:pt x="56802" y="159152"/>
                </a:cubicBezTo>
                <a:cubicBezTo>
                  <a:pt x="58912" y="156339"/>
                  <a:pt x="61089" y="153257"/>
                  <a:pt x="63165" y="150042"/>
                </a:cubicBezTo>
                <a:lnTo>
                  <a:pt x="139325" y="150042"/>
                </a:lnTo>
                <a:cubicBezTo>
                  <a:pt x="145253" y="150042"/>
                  <a:pt x="150042" y="145253"/>
                  <a:pt x="150042" y="139325"/>
                </a:cubicBezTo>
                <a:cubicBezTo>
                  <a:pt x="150042" y="133397"/>
                  <a:pt x="145253" y="128608"/>
                  <a:pt x="139325" y="128608"/>
                </a:cubicBezTo>
                <a:lnTo>
                  <a:pt x="107173" y="128608"/>
                </a:lnTo>
                <a:cubicBezTo>
                  <a:pt x="89422" y="128608"/>
                  <a:pt x="75021" y="114206"/>
                  <a:pt x="75021" y="96456"/>
                </a:cubicBezTo>
                <a:cubicBezTo>
                  <a:pt x="75021" y="78705"/>
                  <a:pt x="89422" y="64304"/>
                  <a:pt x="107173" y="64304"/>
                </a:cubicBezTo>
                <a:lnTo>
                  <a:pt x="120503" y="64304"/>
                </a:lnTo>
                <a:cubicBezTo>
                  <a:pt x="113469" y="53754"/>
                  <a:pt x="107173" y="41630"/>
                  <a:pt x="107173" y="32152"/>
                </a:cubicBezTo>
                <a:cubicBezTo>
                  <a:pt x="107173" y="14401"/>
                  <a:pt x="121574" y="0"/>
                  <a:pt x="139325" y="0"/>
                </a:cubicBezTo>
                <a:cubicBezTo>
                  <a:pt x="157075" y="0"/>
                  <a:pt x="171477" y="14401"/>
                  <a:pt x="171477" y="32152"/>
                </a:cubicBezTo>
                <a:close/>
                <a:moveTo>
                  <a:pt x="39219" y="163807"/>
                </a:moveTo>
                <a:cubicBezTo>
                  <a:pt x="37946" y="165247"/>
                  <a:pt x="36807" y="166520"/>
                  <a:pt x="35836" y="167592"/>
                </a:cubicBezTo>
                <a:lnTo>
                  <a:pt x="35233" y="168262"/>
                </a:lnTo>
                <a:lnTo>
                  <a:pt x="35166" y="168195"/>
                </a:lnTo>
                <a:cubicBezTo>
                  <a:pt x="33157" y="169735"/>
                  <a:pt x="30276" y="169534"/>
                  <a:pt x="28468" y="167592"/>
                </a:cubicBezTo>
                <a:cubicBezTo>
                  <a:pt x="20028" y="158415"/>
                  <a:pt x="0" y="134804"/>
                  <a:pt x="0" y="117890"/>
                </a:cubicBezTo>
                <a:cubicBezTo>
                  <a:pt x="0" y="100140"/>
                  <a:pt x="14401" y="85738"/>
                  <a:pt x="32152" y="85738"/>
                </a:cubicBezTo>
                <a:cubicBezTo>
                  <a:pt x="49902" y="85738"/>
                  <a:pt x="64304" y="100140"/>
                  <a:pt x="64304" y="117890"/>
                </a:cubicBezTo>
                <a:cubicBezTo>
                  <a:pt x="64304" y="127938"/>
                  <a:pt x="57237" y="140330"/>
                  <a:pt x="49735" y="150679"/>
                </a:cubicBezTo>
                <a:cubicBezTo>
                  <a:pt x="46151" y="155602"/>
                  <a:pt x="42467" y="160056"/>
                  <a:pt x="39420" y="163573"/>
                </a:cubicBezTo>
                <a:lnTo>
                  <a:pt x="39219" y="163807"/>
                </a:lnTo>
                <a:close/>
                <a:moveTo>
                  <a:pt x="42869" y="117890"/>
                </a:moveTo>
                <a:cubicBezTo>
                  <a:pt x="42869" y="111975"/>
                  <a:pt x="38067" y="107173"/>
                  <a:pt x="32152" y="107173"/>
                </a:cubicBezTo>
                <a:cubicBezTo>
                  <a:pt x="26237" y="107173"/>
                  <a:pt x="21435" y="111975"/>
                  <a:pt x="21435" y="117890"/>
                </a:cubicBezTo>
                <a:cubicBezTo>
                  <a:pt x="21435" y="123805"/>
                  <a:pt x="26237" y="128608"/>
                  <a:pt x="32152" y="128608"/>
                </a:cubicBezTo>
                <a:cubicBezTo>
                  <a:pt x="38067" y="128608"/>
                  <a:pt x="42869" y="123805"/>
                  <a:pt x="42869" y="117890"/>
                </a:cubicBezTo>
                <a:close/>
                <a:moveTo>
                  <a:pt x="139325" y="42869"/>
                </a:moveTo>
                <a:cubicBezTo>
                  <a:pt x="145240" y="42869"/>
                  <a:pt x="150042" y="38067"/>
                  <a:pt x="150042" y="32152"/>
                </a:cubicBezTo>
                <a:cubicBezTo>
                  <a:pt x="150042" y="26237"/>
                  <a:pt x="145240" y="21435"/>
                  <a:pt x="139325" y="21435"/>
                </a:cubicBezTo>
                <a:cubicBezTo>
                  <a:pt x="133410" y="21435"/>
                  <a:pt x="128608" y="26237"/>
                  <a:pt x="128608" y="32152"/>
                </a:cubicBezTo>
                <a:cubicBezTo>
                  <a:pt x="128608" y="38067"/>
                  <a:pt x="133410" y="42869"/>
                  <a:pt x="139325" y="42869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6"/>
          <p:cNvSpPr/>
          <p:nvPr/>
        </p:nvSpPr>
        <p:spPr>
          <a:xfrm>
            <a:off x="811085" y="1337519"/>
            <a:ext cx="170619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BGP ve Routing Tools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853" y="1646177"/>
            <a:ext cx="5401519" cy="788793"/>
          </a:xfrm>
          <a:custGeom>
            <a:avLst/>
            <a:gdLst/>
            <a:ahLst/>
            <a:cxnLst/>
            <a:rect l="l" t="t" r="r" b="b"/>
            <a:pathLst>
              <a:path w="5401519" h="788793">
                <a:moveTo>
                  <a:pt x="0" y="0"/>
                </a:moveTo>
                <a:lnTo>
                  <a:pt x="5401519" y="0"/>
                </a:lnTo>
                <a:lnTo>
                  <a:pt x="5401519" y="788793"/>
                </a:lnTo>
                <a:lnTo>
                  <a:pt x="0" y="78879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6739" y="1749063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Routinator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739" y="1954835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RPKI Relying Party software (Rust)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739" y="2160608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Özellik: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Güvenli ve hafif RPKI validator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853" y="2503561"/>
            <a:ext cx="5401519" cy="788793"/>
          </a:xfrm>
          <a:custGeom>
            <a:avLst/>
            <a:gdLst/>
            <a:ahLst/>
            <a:cxnLst/>
            <a:rect l="l" t="t" r="r" b="b"/>
            <a:pathLst>
              <a:path w="5401519" h="788793">
                <a:moveTo>
                  <a:pt x="0" y="0"/>
                </a:moveTo>
                <a:lnTo>
                  <a:pt x="5401519" y="0"/>
                </a:lnTo>
                <a:lnTo>
                  <a:pt x="5401519" y="788793"/>
                </a:lnTo>
                <a:lnTo>
                  <a:pt x="0" y="78879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6739" y="2606447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BGPAlerter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739" y="2812219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Self-configuring BGP monitoring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6739" y="3017992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Özellik: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Gerçek zamanlı BGP monitoring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3853" y="3360945"/>
            <a:ext cx="5401519" cy="788793"/>
          </a:xfrm>
          <a:custGeom>
            <a:avLst/>
            <a:gdLst/>
            <a:ahLst/>
            <a:cxnLst/>
            <a:rect l="l" t="t" r="r" b="b"/>
            <a:pathLst>
              <a:path w="5401519" h="788793">
                <a:moveTo>
                  <a:pt x="0" y="0"/>
                </a:moveTo>
                <a:lnTo>
                  <a:pt x="5401519" y="0"/>
                </a:lnTo>
                <a:lnTo>
                  <a:pt x="5401519" y="788793"/>
                </a:lnTo>
                <a:lnTo>
                  <a:pt x="0" y="78879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6739" y="3463831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Peering Manager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6739" y="3669603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BGP session management tool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6739" y="3875376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Özellik: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IX ve peering otomasyonu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9813" y="4389806"/>
            <a:ext cx="5682741" cy="2889384"/>
          </a:xfrm>
          <a:custGeom>
            <a:avLst/>
            <a:gdLst/>
            <a:ahLst/>
            <a:cxnLst/>
            <a:rect l="l" t="t" r="r" b="b"/>
            <a:pathLst>
              <a:path w="5682741" h="2889384">
                <a:moveTo>
                  <a:pt x="0" y="0"/>
                </a:moveTo>
                <a:lnTo>
                  <a:pt x="5682741" y="0"/>
                </a:lnTo>
                <a:lnTo>
                  <a:pt x="5682741" y="2889384"/>
                </a:lnTo>
                <a:lnTo>
                  <a:pt x="0" y="2889384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49813" y="4389806"/>
            <a:ext cx="13718" cy="2889384"/>
          </a:xfrm>
          <a:custGeom>
            <a:avLst/>
            <a:gdLst/>
            <a:ahLst/>
            <a:cxnLst/>
            <a:rect l="l" t="t" r="r" b="b"/>
            <a:pathLst>
              <a:path w="13718" h="2889384">
                <a:moveTo>
                  <a:pt x="0" y="0"/>
                </a:moveTo>
                <a:lnTo>
                  <a:pt x="13718" y="0"/>
                </a:lnTo>
                <a:lnTo>
                  <a:pt x="13718" y="2889384"/>
                </a:lnTo>
                <a:lnTo>
                  <a:pt x="0" y="2889384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3" name="Shape 21"/>
          <p:cNvSpPr/>
          <p:nvPr/>
        </p:nvSpPr>
        <p:spPr>
          <a:xfrm>
            <a:off x="515288" y="4561283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21435" y="21435"/>
                </a:moveTo>
                <a:cubicBezTo>
                  <a:pt x="21435" y="15507"/>
                  <a:pt x="16645" y="10717"/>
                  <a:pt x="10717" y="10717"/>
                </a:cubicBezTo>
                <a:cubicBezTo>
                  <a:pt x="4789" y="10717"/>
                  <a:pt x="0" y="15507"/>
                  <a:pt x="0" y="21435"/>
                </a:cubicBezTo>
                <a:lnTo>
                  <a:pt x="0" y="133966"/>
                </a:lnTo>
                <a:cubicBezTo>
                  <a:pt x="0" y="148770"/>
                  <a:pt x="11990" y="160759"/>
                  <a:pt x="26793" y="160759"/>
                </a:cubicBezTo>
                <a:lnTo>
                  <a:pt x="160759" y="160759"/>
                </a:lnTo>
                <a:cubicBezTo>
                  <a:pt x="166688" y="160759"/>
                  <a:pt x="171477" y="155970"/>
                  <a:pt x="171477" y="150042"/>
                </a:cubicBezTo>
                <a:cubicBezTo>
                  <a:pt x="171477" y="144114"/>
                  <a:pt x="166688" y="139325"/>
                  <a:pt x="160759" y="139325"/>
                </a:cubicBezTo>
                <a:lnTo>
                  <a:pt x="26793" y="139325"/>
                </a:lnTo>
                <a:cubicBezTo>
                  <a:pt x="23846" y="139325"/>
                  <a:pt x="21435" y="136914"/>
                  <a:pt x="21435" y="133966"/>
                </a:cubicBezTo>
                <a:lnTo>
                  <a:pt x="21435" y="21435"/>
                </a:lnTo>
                <a:close/>
                <a:moveTo>
                  <a:pt x="157611" y="50438"/>
                </a:moveTo>
                <a:cubicBezTo>
                  <a:pt x="161798" y="46252"/>
                  <a:pt x="161798" y="39453"/>
                  <a:pt x="157611" y="35267"/>
                </a:cubicBezTo>
                <a:cubicBezTo>
                  <a:pt x="153425" y="31080"/>
                  <a:pt x="146626" y="31080"/>
                  <a:pt x="142440" y="35267"/>
                </a:cubicBezTo>
                <a:lnTo>
                  <a:pt x="107173" y="70567"/>
                </a:lnTo>
                <a:lnTo>
                  <a:pt x="87949" y="51376"/>
                </a:lnTo>
                <a:cubicBezTo>
                  <a:pt x="83762" y="47190"/>
                  <a:pt x="76964" y="47190"/>
                  <a:pt x="72777" y="51376"/>
                </a:cubicBezTo>
                <a:lnTo>
                  <a:pt x="40625" y="83528"/>
                </a:lnTo>
                <a:cubicBezTo>
                  <a:pt x="36439" y="87714"/>
                  <a:pt x="36439" y="94513"/>
                  <a:pt x="40625" y="98700"/>
                </a:cubicBezTo>
                <a:cubicBezTo>
                  <a:pt x="44812" y="102886"/>
                  <a:pt x="51610" y="102886"/>
                  <a:pt x="55797" y="98700"/>
                </a:cubicBezTo>
                <a:lnTo>
                  <a:pt x="80380" y="74117"/>
                </a:lnTo>
                <a:lnTo>
                  <a:pt x="99604" y="93341"/>
                </a:lnTo>
                <a:cubicBezTo>
                  <a:pt x="103790" y="97527"/>
                  <a:pt x="110589" y="97527"/>
                  <a:pt x="114776" y="93341"/>
                </a:cubicBezTo>
                <a:lnTo>
                  <a:pt x="157645" y="50472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4" name="Text 22"/>
          <p:cNvSpPr/>
          <p:nvPr/>
        </p:nvSpPr>
        <p:spPr>
          <a:xfrm>
            <a:off x="811085" y="4526987"/>
            <a:ext cx="1380388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Stack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853" y="4835646"/>
            <a:ext cx="5401519" cy="583021"/>
          </a:xfrm>
          <a:custGeom>
            <a:avLst/>
            <a:gdLst/>
            <a:ahLst/>
            <a:cxnLst/>
            <a:rect l="l" t="t" r="r" b="b"/>
            <a:pathLst>
              <a:path w="5401519" h="583021">
                <a:moveTo>
                  <a:pt x="0" y="0"/>
                </a:moveTo>
                <a:lnTo>
                  <a:pt x="5401519" y="0"/>
                </a:lnTo>
                <a:lnTo>
                  <a:pt x="5401519" y="583021"/>
                </a:lnTo>
                <a:lnTo>
                  <a:pt x="0" y="5830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96739" y="4938532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 + node_exporter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6739" y="5144304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Sistem ve network metrikleri toplama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3853" y="5487257"/>
            <a:ext cx="5401519" cy="583021"/>
          </a:xfrm>
          <a:custGeom>
            <a:avLst/>
            <a:gdLst/>
            <a:ahLst/>
            <a:cxnLst/>
            <a:rect l="l" t="t" r="r" b="b"/>
            <a:pathLst>
              <a:path w="5401519" h="583021">
                <a:moveTo>
                  <a:pt x="0" y="0"/>
                </a:moveTo>
                <a:lnTo>
                  <a:pt x="5401519" y="0"/>
                </a:lnTo>
                <a:lnTo>
                  <a:pt x="5401519" y="583021"/>
                </a:lnTo>
                <a:lnTo>
                  <a:pt x="0" y="5830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96739" y="5590143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Grafana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6739" y="5795916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Görselleştirme ve dashboard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3853" y="6138869"/>
            <a:ext cx="5401519" cy="583021"/>
          </a:xfrm>
          <a:custGeom>
            <a:avLst/>
            <a:gdLst/>
            <a:ahLst/>
            <a:cxnLst/>
            <a:rect l="l" t="t" r="r" b="b"/>
            <a:pathLst>
              <a:path w="5401519" h="583021">
                <a:moveTo>
                  <a:pt x="0" y="0"/>
                </a:moveTo>
                <a:lnTo>
                  <a:pt x="5401519" y="0"/>
                </a:lnTo>
                <a:lnTo>
                  <a:pt x="5401519" y="583021"/>
                </a:lnTo>
                <a:lnTo>
                  <a:pt x="0" y="5830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96739" y="6241755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Zabbix / Nagios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6739" y="6447527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monitoring çözümleri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307" y="1200338"/>
            <a:ext cx="5682741" cy="2229198"/>
          </a:xfrm>
          <a:custGeom>
            <a:avLst/>
            <a:gdLst/>
            <a:ahLst/>
            <a:cxnLst/>
            <a:rect l="l" t="t" r="r" b="b"/>
            <a:pathLst>
              <a:path w="5682741" h="2229198">
                <a:moveTo>
                  <a:pt x="0" y="0"/>
                </a:moveTo>
                <a:lnTo>
                  <a:pt x="5682741" y="0"/>
                </a:lnTo>
                <a:lnTo>
                  <a:pt x="5682741" y="2229198"/>
                </a:lnTo>
                <a:lnTo>
                  <a:pt x="0" y="2229198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72307" y="1200338"/>
            <a:ext cx="13718" cy="2229198"/>
          </a:xfrm>
          <a:custGeom>
            <a:avLst/>
            <a:gdLst/>
            <a:ahLst/>
            <a:cxnLst/>
            <a:rect l="l" t="t" r="r" b="b"/>
            <a:pathLst>
              <a:path w="13718" h="2229198">
                <a:moveTo>
                  <a:pt x="0" y="0"/>
                </a:moveTo>
                <a:lnTo>
                  <a:pt x="13718" y="0"/>
                </a:lnTo>
                <a:lnTo>
                  <a:pt x="13718" y="2229198"/>
                </a:lnTo>
                <a:lnTo>
                  <a:pt x="0" y="2229198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16348" y="1371814"/>
            <a:ext cx="214346" cy="171477"/>
          </a:xfrm>
          <a:custGeom>
            <a:avLst/>
            <a:gdLst/>
            <a:ahLst/>
            <a:cxnLst/>
            <a:rect l="l" t="t" r="r" b="b"/>
            <a:pathLst>
              <a:path w="214346" h="171477">
                <a:moveTo>
                  <a:pt x="139291" y="70500"/>
                </a:moveTo>
                <a:cubicBezTo>
                  <a:pt x="143377" y="69395"/>
                  <a:pt x="147664" y="71337"/>
                  <a:pt x="149506" y="75122"/>
                </a:cubicBezTo>
                <a:lnTo>
                  <a:pt x="155736" y="87714"/>
                </a:lnTo>
                <a:cubicBezTo>
                  <a:pt x="159185" y="88183"/>
                  <a:pt x="162568" y="89121"/>
                  <a:pt x="165750" y="90427"/>
                </a:cubicBezTo>
                <a:lnTo>
                  <a:pt x="177472" y="82624"/>
                </a:lnTo>
                <a:cubicBezTo>
                  <a:pt x="180988" y="80279"/>
                  <a:pt x="185644" y="80748"/>
                  <a:pt x="188624" y="83729"/>
                </a:cubicBezTo>
                <a:lnTo>
                  <a:pt x="195055" y="90159"/>
                </a:lnTo>
                <a:cubicBezTo>
                  <a:pt x="198036" y="93140"/>
                  <a:pt x="198504" y="97829"/>
                  <a:pt x="196160" y="101312"/>
                </a:cubicBezTo>
                <a:lnTo>
                  <a:pt x="188357" y="113001"/>
                </a:lnTo>
                <a:cubicBezTo>
                  <a:pt x="188993" y="114575"/>
                  <a:pt x="189562" y="116216"/>
                  <a:pt x="190031" y="117924"/>
                </a:cubicBezTo>
                <a:cubicBezTo>
                  <a:pt x="190500" y="119632"/>
                  <a:pt x="190801" y="121306"/>
                  <a:pt x="191036" y="123015"/>
                </a:cubicBezTo>
                <a:lnTo>
                  <a:pt x="203662" y="129244"/>
                </a:lnTo>
                <a:cubicBezTo>
                  <a:pt x="207447" y="131119"/>
                  <a:pt x="209389" y="135406"/>
                  <a:pt x="208284" y="139459"/>
                </a:cubicBezTo>
                <a:lnTo>
                  <a:pt x="205940" y="148234"/>
                </a:lnTo>
                <a:cubicBezTo>
                  <a:pt x="204834" y="152286"/>
                  <a:pt x="201050" y="155032"/>
                  <a:pt x="196830" y="154765"/>
                </a:cubicBezTo>
                <a:lnTo>
                  <a:pt x="182763" y="153860"/>
                </a:lnTo>
                <a:cubicBezTo>
                  <a:pt x="180653" y="156573"/>
                  <a:pt x="178209" y="159085"/>
                  <a:pt x="175429" y="161228"/>
                </a:cubicBezTo>
                <a:lnTo>
                  <a:pt x="176333" y="175261"/>
                </a:lnTo>
                <a:cubicBezTo>
                  <a:pt x="176601" y="179481"/>
                  <a:pt x="173855" y="183299"/>
                  <a:pt x="169802" y="184371"/>
                </a:cubicBezTo>
                <a:lnTo>
                  <a:pt x="161027" y="186715"/>
                </a:lnTo>
                <a:cubicBezTo>
                  <a:pt x="156941" y="187821"/>
                  <a:pt x="152688" y="185878"/>
                  <a:pt x="150813" y="182094"/>
                </a:cubicBezTo>
                <a:lnTo>
                  <a:pt x="144583" y="169501"/>
                </a:lnTo>
                <a:cubicBezTo>
                  <a:pt x="141133" y="169032"/>
                  <a:pt x="137751" y="168094"/>
                  <a:pt x="134569" y="166788"/>
                </a:cubicBezTo>
                <a:lnTo>
                  <a:pt x="122847" y="174592"/>
                </a:lnTo>
                <a:cubicBezTo>
                  <a:pt x="119330" y="176936"/>
                  <a:pt x="114675" y="176467"/>
                  <a:pt x="111694" y="173486"/>
                </a:cubicBezTo>
                <a:lnTo>
                  <a:pt x="105264" y="167056"/>
                </a:lnTo>
                <a:cubicBezTo>
                  <a:pt x="102283" y="164075"/>
                  <a:pt x="101814" y="159420"/>
                  <a:pt x="104159" y="155903"/>
                </a:cubicBezTo>
                <a:lnTo>
                  <a:pt x="111962" y="144181"/>
                </a:lnTo>
                <a:cubicBezTo>
                  <a:pt x="111326" y="142607"/>
                  <a:pt x="110757" y="140966"/>
                  <a:pt x="110288" y="139258"/>
                </a:cubicBezTo>
                <a:cubicBezTo>
                  <a:pt x="109819" y="137550"/>
                  <a:pt x="109517" y="135842"/>
                  <a:pt x="109283" y="134167"/>
                </a:cubicBezTo>
                <a:lnTo>
                  <a:pt x="96657" y="127938"/>
                </a:lnTo>
                <a:cubicBezTo>
                  <a:pt x="92872" y="126062"/>
                  <a:pt x="90963" y="121775"/>
                  <a:pt x="92035" y="117723"/>
                </a:cubicBezTo>
                <a:lnTo>
                  <a:pt x="94379" y="108948"/>
                </a:lnTo>
                <a:cubicBezTo>
                  <a:pt x="95484" y="104896"/>
                  <a:pt x="99269" y="102149"/>
                  <a:pt x="103489" y="102417"/>
                </a:cubicBezTo>
                <a:lnTo>
                  <a:pt x="117522" y="103321"/>
                </a:lnTo>
                <a:cubicBezTo>
                  <a:pt x="119632" y="100609"/>
                  <a:pt x="122077" y="98097"/>
                  <a:pt x="124857" y="95953"/>
                </a:cubicBezTo>
                <a:lnTo>
                  <a:pt x="123952" y="81954"/>
                </a:lnTo>
                <a:cubicBezTo>
                  <a:pt x="123684" y="77734"/>
                  <a:pt x="126431" y="73916"/>
                  <a:pt x="130483" y="72844"/>
                </a:cubicBezTo>
                <a:lnTo>
                  <a:pt x="139258" y="70500"/>
                </a:lnTo>
                <a:close/>
                <a:moveTo>
                  <a:pt x="150176" y="113871"/>
                </a:moveTo>
                <a:cubicBezTo>
                  <a:pt x="142043" y="113881"/>
                  <a:pt x="135447" y="120491"/>
                  <a:pt x="135457" y="128624"/>
                </a:cubicBezTo>
                <a:cubicBezTo>
                  <a:pt x="135466" y="136758"/>
                  <a:pt x="142076" y="143353"/>
                  <a:pt x="150210" y="143344"/>
                </a:cubicBezTo>
                <a:cubicBezTo>
                  <a:pt x="158343" y="143335"/>
                  <a:pt x="164938" y="136724"/>
                  <a:pt x="164929" y="128591"/>
                </a:cubicBezTo>
                <a:cubicBezTo>
                  <a:pt x="164920" y="120458"/>
                  <a:pt x="158309" y="113862"/>
                  <a:pt x="150176" y="113871"/>
                </a:cubicBezTo>
                <a:close/>
                <a:moveTo>
                  <a:pt x="75323" y="-15239"/>
                </a:moveTo>
                <a:lnTo>
                  <a:pt x="84097" y="-12894"/>
                </a:lnTo>
                <a:cubicBezTo>
                  <a:pt x="88150" y="-11789"/>
                  <a:pt x="90896" y="-7971"/>
                  <a:pt x="90628" y="-3785"/>
                </a:cubicBezTo>
                <a:lnTo>
                  <a:pt x="89724" y="10215"/>
                </a:lnTo>
                <a:cubicBezTo>
                  <a:pt x="92504" y="12358"/>
                  <a:pt x="94949" y="14837"/>
                  <a:pt x="97059" y="17583"/>
                </a:cubicBezTo>
                <a:lnTo>
                  <a:pt x="111125" y="16679"/>
                </a:lnTo>
                <a:cubicBezTo>
                  <a:pt x="115311" y="16411"/>
                  <a:pt x="119129" y="19157"/>
                  <a:pt x="120235" y="23210"/>
                </a:cubicBezTo>
                <a:lnTo>
                  <a:pt x="122579" y="31984"/>
                </a:lnTo>
                <a:cubicBezTo>
                  <a:pt x="123651" y="36037"/>
                  <a:pt x="121742" y="40324"/>
                  <a:pt x="117957" y="42199"/>
                </a:cubicBezTo>
                <a:lnTo>
                  <a:pt x="105331" y="48429"/>
                </a:lnTo>
                <a:cubicBezTo>
                  <a:pt x="105097" y="50137"/>
                  <a:pt x="104762" y="51845"/>
                  <a:pt x="104326" y="53520"/>
                </a:cubicBezTo>
                <a:cubicBezTo>
                  <a:pt x="103891" y="55194"/>
                  <a:pt x="103288" y="56869"/>
                  <a:pt x="102652" y="58443"/>
                </a:cubicBezTo>
                <a:lnTo>
                  <a:pt x="110455" y="70165"/>
                </a:lnTo>
                <a:cubicBezTo>
                  <a:pt x="112800" y="73681"/>
                  <a:pt x="112331" y="78337"/>
                  <a:pt x="109350" y="81318"/>
                </a:cubicBezTo>
                <a:lnTo>
                  <a:pt x="102920" y="87748"/>
                </a:lnTo>
                <a:cubicBezTo>
                  <a:pt x="99939" y="90729"/>
                  <a:pt x="95283" y="91198"/>
                  <a:pt x="91767" y="88853"/>
                </a:cubicBezTo>
                <a:lnTo>
                  <a:pt x="80045" y="81050"/>
                </a:lnTo>
                <a:cubicBezTo>
                  <a:pt x="76863" y="82356"/>
                  <a:pt x="73480" y="83294"/>
                  <a:pt x="70031" y="83762"/>
                </a:cubicBezTo>
                <a:lnTo>
                  <a:pt x="63801" y="96355"/>
                </a:lnTo>
                <a:cubicBezTo>
                  <a:pt x="61926" y="100140"/>
                  <a:pt x="57639" y="102049"/>
                  <a:pt x="53586" y="100977"/>
                </a:cubicBezTo>
                <a:lnTo>
                  <a:pt x="44812" y="98633"/>
                </a:lnTo>
                <a:cubicBezTo>
                  <a:pt x="40726" y="97527"/>
                  <a:pt x="38013" y="93709"/>
                  <a:pt x="38281" y="89523"/>
                </a:cubicBezTo>
                <a:lnTo>
                  <a:pt x="39185" y="75490"/>
                </a:lnTo>
                <a:cubicBezTo>
                  <a:pt x="36405" y="73347"/>
                  <a:pt x="33960" y="70868"/>
                  <a:pt x="31850" y="68122"/>
                </a:cubicBezTo>
                <a:lnTo>
                  <a:pt x="17784" y="69026"/>
                </a:lnTo>
                <a:cubicBezTo>
                  <a:pt x="13598" y="69294"/>
                  <a:pt x="9780" y="66548"/>
                  <a:pt x="8674" y="62495"/>
                </a:cubicBezTo>
                <a:lnTo>
                  <a:pt x="6330" y="53720"/>
                </a:lnTo>
                <a:cubicBezTo>
                  <a:pt x="5258" y="49668"/>
                  <a:pt x="7167" y="45381"/>
                  <a:pt x="10952" y="43506"/>
                </a:cubicBezTo>
                <a:lnTo>
                  <a:pt x="23578" y="37276"/>
                </a:lnTo>
                <a:cubicBezTo>
                  <a:pt x="23813" y="35568"/>
                  <a:pt x="24147" y="33893"/>
                  <a:pt x="24583" y="32185"/>
                </a:cubicBezTo>
                <a:cubicBezTo>
                  <a:pt x="25052" y="30477"/>
                  <a:pt x="25588" y="28836"/>
                  <a:pt x="26257" y="27262"/>
                </a:cubicBezTo>
                <a:lnTo>
                  <a:pt x="18454" y="15574"/>
                </a:lnTo>
                <a:cubicBezTo>
                  <a:pt x="16109" y="12057"/>
                  <a:pt x="16578" y="7402"/>
                  <a:pt x="19559" y="4421"/>
                </a:cubicBezTo>
                <a:lnTo>
                  <a:pt x="25989" y="-2009"/>
                </a:lnTo>
                <a:cubicBezTo>
                  <a:pt x="28970" y="-4990"/>
                  <a:pt x="33626" y="-5459"/>
                  <a:pt x="37142" y="-3115"/>
                </a:cubicBezTo>
                <a:lnTo>
                  <a:pt x="48864" y="4689"/>
                </a:lnTo>
                <a:cubicBezTo>
                  <a:pt x="52046" y="3383"/>
                  <a:pt x="55429" y="2445"/>
                  <a:pt x="58878" y="1976"/>
                </a:cubicBezTo>
                <a:lnTo>
                  <a:pt x="65108" y="-10617"/>
                </a:lnTo>
                <a:cubicBezTo>
                  <a:pt x="66983" y="-14401"/>
                  <a:pt x="71237" y="-16310"/>
                  <a:pt x="75323" y="-15239"/>
                </a:cubicBezTo>
                <a:close/>
                <a:moveTo>
                  <a:pt x="64438" y="28133"/>
                </a:moveTo>
                <a:cubicBezTo>
                  <a:pt x="56305" y="28133"/>
                  <a:pt x="49701" y="34736"/>
                  <a:pt x="49701" y="42869"/>
                </a:cubicBezTo>
                <a:cubicBezTo>
                  <a:pt x="49701" y="51002"/>
                  <a:pt x="56305" y="57605"/>
                  <a:pt x="64438" y="57605"/>
                </a:cubicBezTo>
                <a:cubicBezTo>
                  <a:pt x="72571" y="57605"/>
                  <a:pt x="79174" y="51002"/>
                  <a:pt x="79174" y="42869"/>
                </a:cubicBezTo>
                <a:cubicBezTo>
                  <a:pt x="79174" y="34736"/>
                  <a:pt x="72571" y="28133"/>
                  <a:pt x="64438" y="28133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7" name="Text 35"/>
          <p:cNvSpPr/>
          <p:nvPr/>
        </p:nvSpPr>
        <p:spPr>
          <a:xfrm>
            <a:off x="6633580" y="1337519"/>
            <a:ext cx="2160608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Management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6348" y="1646177"/>
            <a:ext cx="5401519" cy="788793"/>
          </a:xfrm>
          <a:custGeom>
            <a:avLst/>
            <a:gdLst/>
            <a:ahLst/>
            <a:cxnLst/>
            <a:rect l="l" t="t" r="r" b="b"/>
            <a:pathLst>
              <a:path w="5401519" h="788793">
                <a:moveTo>
                  <a:pt x="0" y="0"/>
                </a:moveTo>
                <a:lnTo>
                  <a:pt x="5401519" y="0"/>
                </a:lnTo>
                <a:lnTo>
                  <a:pt x="5401519" y="788793"/>
                </a:lnTo>
                <a:lnTo>
                  <a:pt x="0" y="78879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19234" y="1749063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Ansible Network Modules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9234" y="1954835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cihazları için Ansible modülleri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9234" y="2160608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Modüller: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ios_config, junos_config, nxos_config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6348" y="2503561"/>
            <a:ext cx="5401519" cy="788793"/>
          </a:xfrm>
          <a:custGeom>
            <a:avLst/>
            <a:gdLst/>
            <a:ahLst/>
            <a:cxnLst/>
            <a:rect l="l" t="t" r="r" b="b"/>
            <a:pathLst>
              <a:path w="5401519" h="788793">
                <a:moveTo>
                  <a:pt x="0" y="0"/>
                </a:moveTo>
                <a:lnTo>
                  <a:pt x="5401519" y="0"/>
                </a:lnTo>
                <a:lnTo>
                  <a:pt x="5401519" y="788793"/>
                </a:lnTo>
                <a:lnTo>
                  <a:pt x="0" y="78879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19234" y="2606447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Puppet / Chef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19234" y="2812219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Alternatif configuration management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19234" y="3017992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Kullanım: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Büyük ölçekli deployment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2307" y="3532422"/>
            <a:ext cx="5682741" cy="3746768"/>
          </a:xfrm>
          <a:custGeom>
            <a:avLst/>
            <a:gdLst/>
            <a:ahLst/>
            <a:cxnLst/>
            <a:rect l="l" t="t" r="r" b="b"/>
            <a:pathLst>
              <a:path w="5682741" h="3746768">
                <a:moveTo>
                  <a:pt x="0" y="0"/>
                </a:moveTo>
                <a:lnTo>
                  <a:pt x="5682741" y="0"/>
                </a:lnTo>
                <a:lnTo>
                  <a:pt x="5682741" y="3746768"/>
                </a:lnTo>
                <a:lnTo>
                  <a:pt x="0" y="3746768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172307" y="3532422"/>
            <a:ext cx="13718" cy="3746768"/>
          </a:xfrm>
          <a:custGeom>
            <a:avLst/>
            <a:gdLst/>
            <a:ahLst/>
            <a:cxnLst/>
            <a:rect l="l" t="t" r="r" b="b"/>
            <a:pathLst>
              <a:path w="13718" h="3746768">
                <a:moveTo>
                  <a:pt x="0" y="0"/>
                </a:moveTo>
                <a:lnTo>
                  <a:pt x="13718" y="0"/>
                </a:lnTo>
                <a:lnTo>
                  <a:pt x="13718" y="3746768"/>
                </a:lnTo>
                <a:lnTo>
                  <a:pt x="0" y="3746768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48" name="Shape 46"/>
          <p:cNvSpPr/>
          <p:nvPr/>
        </p:nvSpPr>
        <p:spPr>
          <a:xfrm>
            <a:off x="6337782" y="3703899"/>
            <a:ext cx="171477" cy="171477"/>
          </a:xfrm>
          <a:custGeom>
            <a:avLst/>
            <a:gdLst/>
            <a:ahLst/>
            <a:cxnLst/>
            <a:rect l="l" t="t" r="r" b="b"/>
            <a:pathLst>
              <a:path w="171477" h="171477">
                <a:moveTo>
                  <a:pt x="77868" y="1742"/>
                </a:moveTo>
                <a:cubicBezTo>
                  <a:pt x="82858" y="-569"/>
                  <a:pt x="88619" y="-569"/>
                  <a:pt x="93609" y="1742"/>
                </a:cubicBezTo>
                <a:lnTo>
                  <a:pt x="166821" y="35568"/>
                </a:lnTo>
                <a:cubicBezTo>
                  <a:pt x="169668" y="36874"/>
                  <a:pt x="171477" y="39721"/>
                  <a:pt x="171477" y="42869"/>
                </a:cubicBezTo>
                <a:cubicBezTo>
                  <a:pt x="171477" y="46017"/>
                  <a:pt x="169668" y="48864"/>
                  <a:pt x="166821" y="50170"/>
                </a:cubicBezTo>
                <a:lnTo>
                  <a:pt x="93609" y="83997"/>
                </a:lnTo>
                <a:cubicBezTo>
                  <a:pt x="88619" y="86308"/>
                  <a:pt x="82858" y="86308"/>
                  <a:pt x="77868" y="83997"/>
                </a:cubicBezTo>
                <a:lnTo>
                  <a:pt x="4655" y="50170"/>
                </a:lnTo>
                <a:cubicBezTo>
                  <a:pt x="1809" y="48831"/>
                  <a:pt x="0" y="45984"/>
                  <a:pt x="0" y="42869"/>
                </a:cubicBezTo>
                <a:cubicBezTo>
                  <a:pt x="0" y="39754"/>
                  <a:pt x="1809" y="36874"/>
                  <a:pt x="4655" y="35568"/>
                </a:cubicBezTo>
                <a:lnTo>
                  <a:pt x="77868" y="1742"/>
                </a:lnTo>
                <a:close/>
                <a:moveTo>
                  <a:pt x="16109" y="73146"/>
                </a:moveTo>
                <a:lnTo>
                  <a:pt x="71136" y="98566"/>
                </a:lnTo>
                <a:cubicBezTo>
                  <a:pt x="80413" y="102853"/>
                  <a:pt x="91097" y="102853"/>
                  <a:pt x="100374" y="98566"/>
                </a:cubicBezTo>
                <a:lnTo>
                  <a:pt x="155401" y="73146"/>
                </a:lnTo>
                <a:lnTo>
                  <a:pt x="166821" y="78437"/>
                </a:lnTo>
                <a:cubicBezTo>
                  <a:pt x="169668" y="79743"/>
                  <a:pt x="171477" y="82590"/>
                  <a:pt x="171477" y="85738"/>
                </a:cubicBezTo>
                <a:cubicBezTo>
                  <a:pt x="171477" y="88887"/>
                  <a:pt x="169668" y="91733"/>
                  <a:pt x="166821" y="93040"/>
                </a:cubicBezTo>
                <a:lnTo>
                  <a:pt x="93609" y="126866"/>
                </a:lnTo>
                <a:cubicBezTo>
                  <a:pt x="88619" y="129177"/>
                  <a:pt x="82858" y="129177"/>
                  <a:pt x="77868" y="126866"/>
                </a:cubicBezTo>
                <a:lnTo>
                  <a:pt x="4655" y="93040"/>
                </a:lnTo>
                <a:cubicBezTo>
                  <a:pt x="1809" y="91700"/>
                  <a:pt x="0" y="88853"/>
                  <a:pt x="0" y="85738"/>
                </a:cubicBezTo>
                <a:cubicBezTo>
                  <a:pt x="0" y="82624"/>
                  <a:pt x="1809" y="79743"/>
                  <a:pt x="4655" y="78437"/>
                </a:cubicBezTo>
                <a:lnTo>
                  <a:pt x="16076" y="73146"/>
                </a:lnTo>
                <a:close/>
                <a:moveTo>
                  <a:pt x="4655" y="121306"/>
                </a:moveTo>
                <a:lnTo>
                  <a:pt x="16076" y="116015"/>
                </a:lnTo>
                <a:lnTo>
                  <a:pt x="71103" y="141435"/>
                </a:lnTo>
                <a:cubicBezTo>
                  <a:pt x="80380" y="145722"/>
                  <a:pt x="91064" y="145722"/>
                  <a:pt x="100341" y="141435"/>
                </a:cubicBezTo>
                <a:lnTo>
                  <a:pt x="155367" y="116015"/>
                </a:lnTo>
                <a:lnTo>
                  <a:pt x="166788" y="121306"/>
                </a:lnTo>
                <a:cubicBezTo>
                  <a:pt x="169635" y="122613"/>
                  <a:pt x="171443" y="125459"/>
                  <a:pt x="171443" y="128608"/>
                </a:cubicBezTo>
                <a:cubicBezTo>
                  <a:pt x="171443" y="131756"/>
                  <a:pt x="169635" y="134603"/>
                  <a:pt x="166788" y="135909"/>
                </a:cubicBezTo>
                <a:lnTo>
                  <a:pt x="93575" y="169735"/>
                </a:lnTo>
                <a:cubicBezTo>
                  <a:pt x="88585" y="172046"/>
                  <a:pt x="82825" y="172046"/>
                  <a:pt x="77834" y="169735"/>
                </a:cubicBezTo>
                <a:lnTo>
                  <a:pt x="4655" y="135909"/>
                </a:lnTo>
                <a:cubicBezTo>
                  <a:pt x="1809" y="134569"/>
                  <a:pt x="0" y="131722"/>
                  <a:pt x="0" y="128608"/>
                </a:cubicBezTo>
                <a:cubicBezTo>
                  <a:pt x="0" y="125493"/>
                  <a:pt x="1809" y="122613"/>
                  <a:pt x="4655" y="121306"/>
                </a:cubicBez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49" name="Text 47"/>
          <p:cNvSpPr/>
          <p:nvPr/>
        </p:nvSpPr>
        <p:spPr>
          <a:xfrm>
            <a:off x="6633580" y="3669603"/>
            <a:ext cx="167189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SDN ve Virtualization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6348" y="3978262"/>
            <a:ext cx="5401519" cy="583021"/>
          </a:xfrm>
          <a:custGeom>
            <a:avLst/>
            <a:gdLst/>
            <a:ahLst/>
            <a:cxnLst/>
            <a:rect l="l" t="t" r="r" b="b"/>
            <a:pathLst>
              <a:path w="5401519" h="583021">
                <a:moveTo>
                  <a:pt x="0" y="0"/>
                </a:moveTo>
                <a:lnTo>
                  <a:pt x="5401519" y="0"/>
                </a:lnTo>
                <a:lnTo>
                  <a:pt x="5401519" y="583021"/>
                </a:lnTo>
                <a:lnTo>
                  <a:pt x="0" y="5830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19234" y="4081148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vSwitch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9234" y="4286920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Production-grade virtual switch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16348" y="4629873"/>
            <a:ext cx="5401519" cy="583021"/>
          </a:xfrm>
          <a:custGeom>
            <a:avLst/>
            <a:gdLst/>
            <a:ahLst/>
            <a:cxnLst/>
            <a:rect l="l" t="t" r="r" b="b"/>
            <a:pathLst>
              <a:path w="5401519" h="583021">
                <a:moveTo>
                  <a:pt x="0" y="0"/>
                </a:moveTo>
                <a:lnTo>
                  <a:pt x="5401519" y="0"/>
                </a:lnTo>
                <a:lnTo>
                  <a:pt x="5401519" y="583021"/>
                </a:lnTo>
                <a:lnTo>
                  <a:pt x="0" y="5830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19234" y="4732759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FRRouting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19234" y="4938532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routing protocol suite (BGP, OSPF)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6348" y="5281485"/>
            <a:ext cx="5401519" cy="583021"/>
          </a:xfrm>
          <a:custGeom>
            <a:avLst/>
            <a:gdLst/>
            <a:ahLst/>
            <a:cxnLst/>
            <a:rect l="l" t="t" r="r" b="b"/>
            <a:pathLst>
              <a:path w="5401519" h="583021">
                <a:moveTo>
                  <a:pt x="0" y="0"/>
                </a:moveTo>
                <a:lnTo>
                  <a:pt x="5401519" y="0"/>
                </a:lnTo>
                <a:lnTo>
                  <a:pt x="5401519" y="583021"/>
                </a:lnTo>
                <a:lnTo>
                  <a:pt x="0" y="5830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19234" y="5384371"/>
            <a:ext cx="5264338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Cilium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19234" y="5590143"/>
            <a:ext cx="5255764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eBPF tabanlı container networking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1363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spc="102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04 · Rakip ve Benzer Projeler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31902"/>
            <a:ext cx="11615854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Rakip Analizi: NetworkManager vs systemd-networkd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1707" y="1115122"/>
            <a:ext cx="1189463" cy="37171"/>
          </a:xfrm>
          <a:custGeom>
            <a:avLst/>
            <a:gdLst/>
            <a:ahLst/>
            <a:cxnLst/>
            <a:rect l="l" t="t" r="r" b="b"/>
            <a:pathLst>
              <a:path w="1189463" h="37171">
                <a:moveTo>
                  <a:pt x="0" y="0"/>
                </a:moveTo>
                <a:lnTo>
                  <a:pt x="1189463" y="0"/>
                </a:lnTo>
                <a:lnTo>
                  <a:pt x="1189463" y="37171"/>
                </a:lnTo>
                <a:lnTo>
                  <a:pt x="0" y="3717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79141" y="1300976"/>
            <a:ext cx="5638800" cy="3605561"/>
          </a:xfrm>
          <a:custGeom>
            <a:avLst/>
            <a:gdLst/>
            <a:ahLst/>
            <a:cxnLst/>
            <a:rect l="l" t="t" r="r" b="b"/>
            <a:pathLst>
              <a:path w="5638800" h="3605561">
                <a:moveTo>
                  <a:pt x="0" y="0"/>
                </a:moveTo>
                <a:lnTo>
                  <a:pt x="5638800" y="0"/>
                </a:lnTo>
                <a:lnTo>
                  <a:pt x="5638800" y="3605561"/>
                </a:lnTo>
                <a:lnTo>
                  <a:pt x="0" y="360556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9141" y="1300976"/>
            <a:ext cx="14868" cy="3605561"/>
          </a:xfrm>
          <a:custGeom>
            <a:avLst/>
            <a:gdLst/>
            <a:ahLst/>
            <a:cxnLst/>
            <a:rect l="l" t="t" r="r" b="b"/>
            <a:pathLst>
              <a:path w="14868" h="3605561">
                <a:moveTo>
                  <a:pt x="0" y="0"/>
                </a:moveTo>
                <a:lnTo>
                  <a:pt x="14868" y="0"/>
                </a:lnTo>
                <a:lnTo>
                  <a:pt x="14868" y="3605561"/>
                </a:lnTo>
                <a:lnTo>
                  <a:pt x="0" y="360556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35259" y="1449659"/>
            <a:ext cx="5445512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NetworkManager Avantajları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5259" y="1858419"/>
            <a:ext cx="5334000" cy="669073"/>
          </a:xfrm>
          <a:custGeom>
            <a:avLst/>
            <a:gdLst/>
            <a:ahLst/>
            <a:cxnLst/>
            <a:rect l="l" t="t" r="r" b="b"/>
            <a:pathLst>
              <a:path w="5334000" h="669073">
                <a:moveTo>
                  <a:pt x="0" y="0"/>
                </a:moveTo>
                <a:lnTo>
                  <a:pt x="5334000" y="0"/>
                </a:lnTo>
                <a:lnTo>
                  <a:pt x="5334000" y="669073"/>
                </a:lnTo>
                <a:lnTo>
                  <a:pt x="0" y="66907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6771" y="1969931"/>
            <a:ext cx="518531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Kullanıcı Dostu Arayüz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771" y="2230126"/>
            <a:ext cx="517602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GNOME, KDE, nmcli, nmtui ile zengin UI seçenekleri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5259" y="2601833"/>
            <a:ext cx="5334000" cy="669073"/>
          </a:xfrm>
          <a:custGeom>
            <a:avLst/>
            <a:gdLst/>
            <a:ahLst/>
            <a:cxnLst/>
            <a:rect l="l" t="t" r="r" b="b"/>
            <a:pathLst>
              <a:path w="5334000" h="669073">
                <a:moveTo>
                  <a:pt x="0" y="0"/>
                </a:moveTo>
                <a:lnTo>
                  <a:pt x="5334000" y="0"/>
                </a:lnTo>
                <a:lnTo>
                  <a:pt x="5334000" y="669073"/>
                </a:lnTo>
                <a:lnTo>
                  <a:pt x="0" y="66907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6771" y="2713345"/>
            <a:ext cx="518531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Gelişmiş Wi-Fi Desteği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771" y="2973541"/>
            <a:ext cx="517602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WPA3, Enterprise Wi-Fi, hotspot yönetimi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5259" y="3345248"/>
            <a:ext cx="5334000" cy="669073"/>
          </a:xfrm>
          <a:custGeom>
            <a:avLst/>
            <a:gdLst/>
            <a:ahLst/>
            <a:cxnLst/>
            <a:rect l="l" t="t" r="r" b="b"/>
            <a:pathLst>
              <a:path w="5334000" h="669073">
                <a:moveTo>
                  <a:pt x="0" y="0"/>
                </a:moveTo>
                <a:lnTo>
                  <a:pt x="5334000" y="0"/>
                </a:lnTo>
                <a:lnTo>
                  <a:pt x="5334000" y="669073"/>
                </a:lnTo>
                <a:lnTo>
                  <a:pt x="0" y="66907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6771" y="3456760"/>
            <a:ext cx="518531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VPN ve Mobil Destek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771" y="3716955"/>
            <a:ext cx="517602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OpenVPN, WireGuard, IPSec, mobile broadband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5259" y="4088663"/>
            <a:ext cx="5334000" cy="669073"/>
          </a:xfrm>
          <a:custGeom>
            <a:avLst/>
            <a:gdLst/>
            <a:ahLst/>
            <a:cxnLst/>
            <a:rect l="l" t="t" r="r" b="b"/>
            <a:pathLst>
              <a:path w="5334000" h="669073">
                <a:moveTo>
                  <a:pt x="0" y="0"/>
                </a:moveTo>
                <a:lnTo>
                  <a:pt x="5334000" y="0"/>
                </a:lnTo>
                <a:lnTo>
                  <a:pt x="5334000" y="669073"/>
                </a:lnTo>
                <a:lnTo>
                  <a:pt x="0" y="66907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6771" y="4200175"/>
            <a:ext cx="518531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Dinamik Network Switching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771" y="4460370"/>
            <a:ext cx="517602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Ethernet ve Wi-Fi arasında otomatik geçiş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7776" y="1300976"/>
            <a:ext cx="5638800" cy="3605561"/>
          </a:xfrm>
          <a:custGeom>
            <a:avLst/>
            <a:gdLst/>
            <a:ahLst/>
            <a:cxnLst/>
            <a:rect l="l" t="t" r="r" b="b"/>
            <a:pathLst>
              <a:path w="5638800" h="3605561">
                <a:moveTo>
                  <a:pt x="0" y="0"/>
                </a:moveTo>
                <a:lnTo>
                  <a:pt x="5638800" y="0"/>
                </a:lnTo>
                <a:lnTo>
                  <a:pt x="5638800" y="3605561"/>
                </a:lnTo>
                <a:lnTo>
                  <a:pt x="0" y="360556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77776" y="1300976"/>
            <a:ext cx="14868" cy="3605561"/>
          </a:xfrm>
          <a:custGeom>
            <a:avLst/>
            <a:gdLst/>
            <a:ahLst/>
            <a:cxnLst/>
            <a:rect l="l" t="t" r="r" b="b"/>
            <a:pathLst>
              <a:path w="14868" h="3605561">
                <a:moveTo>
                  <a:pt x="0" y="0"/>
                </a:moveTo>
                <a:lnTo>
                  <a:pt x="14868" y="0"/>
                </a:lnTo>
                <a:lnTo>
                  <a:pt x="14868" y="3605561"/>
                </a:lnTo>
                <a:lnTo>
                  <a:pt x="0" y="360556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2" name="Text 20"/>
          <p:cNvSpPr/>
          <p:nvPr/>
        </p:nvSpPr>
        <p:spPr>
          <a:xfrm>
            <a:off x="6333893" y="1449659"/>
            <a:ext cx="5445512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systemd-networkd Avantajları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33893" y="1858419"/>
            <a:ext cx="5334000" cy="669073"/>
          </a:xfrm>
          <a:custGeom>
            <a:avLst/>
            <a:gdLst/>
            <a:ahLst/>
            <a:cxnLst/>
            <a:rect l="l" t="t" r="r" b="b"/>
            <a:pathLst>
              <a:path w="5334000" h="669073">
                <a:moveTo>
                  <a:pt x="0" y="0"/>
                </a:moveTo>
                <a:lnTo>
                  <a:pt x="5334000" y="0"/>
                </a:lnTo>
                <a:lnTo>
                  <a:pt x="5334000" y="669073"/>
                </a:lnTo>
                <a:lnTo>
                  <a:pt x="0" y="66907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45405" y="1969931"/>
            <a:ext cx="518531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Hafif ve Hızlı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5405" y="2230126"/>
            <a:ext cx="517602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bağımlılık, hızlı başlatma, düşük memory footprint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3893" y="2601833"/>
            <a:ext cx="5334000" cy="669073"/>
          </a:xfrm>
          <a:custGeom>
            <a:avLst/>
            <a:gdLst/>
            <a:ahLst/>
            <a:cxnLst/>
            <a:rect l="l" t="t" r="r" b="b"/>
            <a:pathLst>
              <a:path w="5334000" h="669073">
                <a:moveTo>
                  <a:pt x="0" y="0"/>
                </a:moveTo>
                <a:lnTo>
                  <a:pt x="5334000" y="0"/>
                </a:lnTo>
                <a:lnTo>
                  <a:pt x="5334000" y="669073"/>
                </a:lnTo>
                <a:lnTo>
                  <a:pt x="0" y="66907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45405" y="2713345"/>
            <a:ext cx="518531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 Entegrasyonu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5405" y="2973541"/>
            <a:ext cx="517602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 ile doğrudan entegrasyon, unit file yapısı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3893" y="3345248"/>
            <a:ext cx="5334000" cy="669073"/>
          </a:xfrm>
          <a:custGeom>
            <a:avLst/>
            <a:gdLst/>
            <a:ahLst/>
            <a:cxnLst/>
            <a:rect l="l" t="t" r="r" b="b"/>
            <a:pathLst>
              <a:path w="5334000" h="669073">
                <a:moveTo>
                  <a:pt x="0" y="0"/>
                </a:moveTo>
                <a:lnTo>
                  <a:pt x="5334000" y="0"/>
                </a:lnTo>
                <a:lnTo>
                  <a:pt x="5334000" y="669073"/>
                </a:lnTo>
                <a:lnTo>
                  <a:pt x="0" y="66907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45405" y="3456760"/>
            <a:ext cx="518531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Deklaratif Konfigürasyon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45405" y="3716955"/>
            <a:ext cx="517602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.network ve .netdev dosyaları ile okunabilir yapı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3893" y="4088663"/>
            <a:ext cx="5334000" cy="669073"/>
          </a:xfrm>
          <a:custGeom>
            <a:avLst/>
            <a:gdLst/>
            <a:ahLst/>
            <a:cxnLst/>
            <a:rect l="l" t="t" r="r" b="b"/>
            <a:pathLst>
              <a:path w="5334000" h="669073">
                <a:moveTo>
                  <a:pt x="0" y="0"/>
                </a:moveTo>
                <a:lnTo>
                  <a:pt x="5334000" y="0"/>
                </a:lnTo>
                <a:lnTo>
                  <a:pt x="5334000" y="669073"/>
                </a:lnTo>
                <a:lnTo>
                  <a:pt x="0" y="66907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45405" y="4200175"/>
            <a:ext cx="518531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Uyumluluğu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5405" y="4460370"/>
            <a:ext cx="517602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ve embedded sistemler için ideal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9141" y="5017931"/>
            <a:ext cx="3705922" cy="1839951"/>
          </a:xfrm>
          <a:custGeom>
            <a:avLst/>
            <a:gdLst/>
            <a:ahLst/>
            <a:cxnLst/>
            <a:rect l="l" t="t" r="r" b="b"/>
            <a:pathLst>
              <a:path w="3705922" h="1839951">
                <a:moveTo>
                  <a:pt x="0" y="0"/>
                </a:moveTo>
                <a:lnTo>
                  <a:pt x="3705922" y="0"/>
                </a:lnTo>
                <a:lnTo>
                  <a:pt x="3705922" y="1839951"/>
                </a:lnTo>
                <a:lnTo>
                  <a:pt x="0" y="183995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141" y="5017931"/>
            <a:ext cx="14868" cy="1839951"/>
          </a:xfrm>
          <a:custGeom>
            <a:avLst/>
            <a:gdLst/>
            <a:ahLst/>
            <a:cxnLst/>
            <a:rect l="l" t="t" r="r" b="b"/>
            <a:pathLst>
              <a:path w="14868" h="1839951">
                <a:moveTo>
                  <a:pt x="0" y="0"/>
                </a:moveTo>
                <a:lnTo>
                  <a:pt x="14868" y="0"/>
                </a:lnTo>
                <a:lnTo>
                  <a:pt x="14868" y="1839951"/>
                </a:lnTo>
                <a:lnTo>
                  <a:pt x="0" y="183995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7" name="Text 35"/>
          <p:cNvSpPr/>
          <p:nvPr/>
        </p:nvSpPr>
        <p:spPr>
          <a:xfrm>
            <a:off x="535259" y="5166614"/>
            <a:ext cx="3484756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Performans Karşılaştırması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5259" y="5538321"/>
            <a:ext cx="919976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Usage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953099" y="5538321"/>
            <a:ext cx="105007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networkd: 2-5MB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5259" y="5761345"/>
            <a:ext cx="3401122" cy="55756"/>
          </a:xfrm>
          <a:custGeom>
            <a:avLst/>
            <a:gdLst/>
            <a:ahLst/>
            <a:cxnLst/>
            <a:rect l="l" t="t" r="r" b="b"/>
            <a:pathLst>
              <a:path w="3401122" h="55756">
                <a:moveTo>
                  <a:pt x="0" y="0"/>
                </a:moveTo>
                <a:lnTo>
                  <a:pt x="3401122" y="0"/>
                </a:lnTo>
                <a:lnTo>
                  <a:pt x="3401122" y="55756"/>
                </a:lnTo>
                <a:lnTo>
                  <a:pt x="0" y="557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9"/>
          <p:cNvSpPr/>
          <p:nvPr/>
        </p:nvSpPr>
        <p:spPr>
          <a:xfrm>
            <a:off x="535259" y="5761345"/>
            <a:ext cx="511098" cy="55756"/>
          </a:xfrm>
          <a:custGeom>
            <a:avLst/>
            <a:gdLst/>
            <a:ahLst/>
            <a:cxnLst/>
            <a:rect l="l" t="t" r="r" b="b"/>
            <a:pathLst>
              <a:path w="511098" h="55756">
                <a:moveTo>
                  <a:pt x="0" y="0"/>
                </a:moveTo>
                <a:lnTo>
                  <a:pt x="511098" y="0"/>
                </a:lnTo>
                <a:lnTo>
                  <a:pt x="511098" y="55756"/>
                </a:lnTo>
                <a:lnTo>
                  <a:pt x="0" y="5575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2" name="Text 40"/>
          <p:cNvSpPr/>
          <p:nvPr/>
        </p:nvSpPr>
        <p:spPr>
          <a:xfrm>
            <a:off x="3275322" y="5854272"/>
            <a:ext cx="724829" cy="14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8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NM: 15-30MB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5259" y="6077179"/>
            <a:ext cx="63190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 Time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995961" y="6077179"/>
            <a:ext cx="101290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networkd: Faster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5259" y="6300203"/>
            <a:ext cx="3401122" cy="55756"/>
          </a:xfrm>
          <a:custGeom>
            <a:avLst/>
            <a:gdLst/>
            <a:ahLst/>
            <a:cxnLst/>
            <a:rect l="l" t="t" r="r" b="b"/>
            <a:pathLst>
              <a:path w="3401122" h="55756">
                <a:moveTo>
                  <a:pt x="0" y="0"/>
                </a:moveTo>
                <a:lnTo>
                  <a:pt x="3401122" y="0"/>
                </a:lnTo>
                <a:lnTo>
                  <a:pt x="3401122" y="55756"/>
                </a:lnTo>
                <a:lnTo>
                  <a:pt x="0" y="557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Shape 44"/>
          <p:cNvSpPr/>
          <p:nvPr/>
        </p:nvSpPr>
        <p:spPr>
          <a:xfrm>
            <a:off x="535259" y="6300203"/>
            <a:ext cx="854927" cy="55756"/>
          </a:xfrm>
          <a:custGeom>
            <a:avLst/>
            <a:gdLst/>
            <a:ahLst/>
            <a:cxnLst/>
            <a:rect l="l" t="t" r="r" b="b"/>
            <a:pathLst>
              <a:path w="854927" h="55756">
                <a:moveTo>
                  <a:pt x="0" y="0"/>
                </a:moveTo>
                <a:lnTo>
                  <a:pt x="854927" y="0"/>
                </a:lnTo>
                <a:lnTo>
                  <a:pt x="854927" y="55756"/>
                </a:lnTo>
                <a:lnTo>
                  <a:pt x="0" y="5575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7" name="Text 45"/>
          <p:cNvSpPr/>
          <p:nvPr/>
        </p:nvSpPr>
        <p:spPr>
          <a:xfrm>
            <a:off x="535259" y="6430301"/>
            <a:ext cx="87351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Dependencies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888050" y="6430301"/>
            <a:ext cx="111512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networkd: Minimal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5259" y="6653325"/>
            <a:ext cx="3401122" cy="55756"/>
          </a:xfrm>
          <a:custGeom>
            <a:avLst/>
            <a:gdLst/>
            <a:ahLst/>
            <a:cxnLst/>
            <a:rect l="l" t="t" r="r" b="b"/>
            <a:pathLst>
              <a:path w="3401122" h="55756">
                <a:moveTo>
                  <a:pt x="0" y="0"/>
                </a:moveTo>
                <a:lnTo>
                  <a:pt x="3401122" y="0"/>
                </a:lnTo>
                <a:lnTo>
                  <a:pt x="3401122" y="55756"/>
                </a:lnTo>
                <a:lnTo>
                  <a:pt x="0" y="557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Shape 48"/>
          <p:cNvSpPr/>
          <p:nvPr/>
        </p:nvSpPr>
        <p:spPr>
          <a:xfrm>
            <a:off x="535259" y="6653325"/>
            <a:ext cx="343829" cy="55756"/>
          </a:xfrm>
          <a:custGeom>
            <a:avLst/>
            <a:gdLst/>
            <a:ahLst/>
            <a:cxnLst/>
            <a:rect l="l" t="t" r="r" b="b"/>
            <a:pathLst>
              <a:path w="343829" h="55756">
                <a:moveTo>
                  <a:pt x="0" y="0"/>
                </a:moveTo>
                <a:lnTo>
                  <a:pt x="343829" y="0"/>
                </a:lnTo>
                <a:lnTo>
                  <a:pt x="343829" y="55756"/>
                </a:lnTo>
                <a:lnTo>
                  <a:pt x="0" y="5575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1" name="Shape 49"/>
          <p:cNvSpPr/>
          <p:nvPr/>
        </p:nvSpPr>
        <p:spPr>
          <a:xfrm>
            <a:off x="4244898" y="5017931"/>
            <a:ext cx="3705922" cy="1839951"/>
          </a:xfrm>
          <a:custGeom>
            <a:avLst/>
            <a:gdLst/>
            <a:ahLst/>
            <a:cxnLst/>
            <a:rect l="l" t="t" r="r" b="b"/>
            <a:pathLst>
              <a:path w="3705922" h="1839951">
                <a:moveTo>
                  <a:pt x="0" y="0"/>
                </a:moveTo>
                <a:lnTo>
                  <a:pt x="3705922" y="0"/>
                </a:lnTo>
                <a:lnTo>
                  <a:pt x="3705922" y="1839951"/>
                </a:lnTo>
                <a:lnTo>
                  <a:pt x="0" y="183995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244898" y="5017931"/>
            <a:ext cx="14868" cy="1839951"/>
          </a:xfrm>
          <a:custGeom>
            <a:avLst/>
            <a:gdLst/>
            <a:ahLst/>
            <a:cxnLst/>
            <a:rect l="l" t="t" r="r" b="b"/>
            <a:pathLst>
              <a:path w="14868" h="1839951">
                <a:moveTo>
                  <a:pt x="0" y="0"/>
                </a:moveTo>
                <a:lnTo>
                  <a:pt x="14868" y="0"/>
                </a:lnTo>
                <a:lnTo>
                  <a:pt x="14868" y="1839951"/>
                </a:lnTo>
                <a:lnTo>
                  <a:pt x="0" y="1839951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53" name="Text 51"/>
          <p:cNvSpPr/>
          <p:nvPr/>
        </p:nvSpPr>
        <p:spPr>
          <a:xfrm>
            <a:off x="4401015" y="5166614"/>
            <a:ext cx="3484756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Kullanım Senaryoları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01015" y="5538321"/>
            <a:ext cx="3401122" cy="520390"/>
          </a:xfrm>
          <a:custGeom>
            <a:avLst/>
            <a:gdLst/>
            <a:ahLst/>
            <a:cxnLst/>
            <a:rect l="l" t="t" r="r" b="b"/>
            <a:pathLst>
              <a:path w="3401122" h="520390">
                <a:moveTo>
                  <a:pt x="0" y="0"/>
                </a:moveTo>
                <a:lnTo>
                  <a:pt x="3401122" y="0"/>
                </a:lnTo>
                <a:lnTo>
                  <a:pt x="3401122" y="520390"/>
                </a:lnTo>
                <a:lnTo>
                  <a:pt x="0" y="52039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4475356" y="5612663"/>
            <a:ext cx="3317488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NetworkManager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475356" y="5798516"/>
            <a:ext cx="3317488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Laptop, desktop, Wi-Fi, VPN gereken ortamlar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01015" y="6133053"/>
            <a:ext cx="3401122" cy="520390"/>
          </a:xfrm>
          <a:custGeom>
            <a:avLst/>
            <a:gdLst/>
            <a:ahLst/>
            <a:cxnLst/>
            <a:rect l="l" t="t" r="r" b="b"/>
            <a:pathLst>
              <a:path w="3401122" h="520390">
                <a:moveTo>
                  <a:pt x="0" y="0"/>
                </a:moveTo>
                <a:lnTo>
                  <a:pt x="3401122" y="0"/>
                </a:lnTo>
                <a:lnTo>
                  <a:pt x="3401122" y="520390"/>
                </a:lnTo>
                <a:lnTo>
                  <a:pt x="0" y="52039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475356" y="6207394"/>
            <a:ext cx="3317488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systemd-networkd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475356" y="6393248"/>
            <a:ext cx="3317488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Sunucu, container, embedded, minimal sistemler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10654" y="5017931"/>
            <a:ext cx="3705922" cy="1839951"/>
          </a:xfrm>
          <a:custGeom>
            <a:avLst/>
            <a:gdLst/>
            <a:ahLst/>
            <a:cxnLst/>
            <a:rect l="l" t="t" r="r" b="b"/>
            <a:pathLst>
              <a:path w="3705922" h="1839951">
                <a:moveTo>
                  <a:pt x="0" y="0"/>
                </a:moveTo>
                <a:lnTo>
                  <a:pt x="3705922" y="0"/>
                </a:lnTo>
                <a:lnTo>
                  <a:pt x="3705922" y="1839951"/>
                </a:lnTo>
                <a:lnTo>
                  <a:pt x="0" y="1839951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10654" y="5017931"/>
            <a:ext cx="14868" cy="1839951"/>
          </a:xfrm>
          <a:custGeom>
            <a:avLst/>
            <a:gdLst/>
            <a:ahLst/>
            <a:cxnLst/>
            <a:rect l="l" t="t" r="r" b="b"/>
            <a:pathLst>
              <a:path w="14868" h="1839951">
                <a:moveTo>
                  <a:pt x="0" y="0"/>
                </a:moveTo>
                <a:lnTo>
                  <a:pt x="14868" y="0"/>
                </a:lnTo>
                <a:lnTo>
                  <a:pt x="14868" y="1839951"/>
                </a:lnTo>
                <a:lnTo>
                  <a:pt x="0" y="183995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2" name="Text 60"/>
          <p:cNvSpPr/>
          <p:nvPr/>
        </p:nvSpPr>
        <p:spPr>
          <a:xfrm>
            <a:off x="8266771" y="5166614"/>
            <a:ext cx="3484756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Karar Matrisi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93488" y="5566199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0481" y="17812"/>
                </a:moveTo>
                <a:cubicBezTo>
                  <a:pt x="114115" y="20455"/>
                  <a:pt x="114928" y="25537"/>
                  <a:pt x="112285" y="29170"/>
                </a:cubicBezTo>
                <a:lnTo>
                  <a:pt x="47237" y="118612"/>
                </a:lnTo>
                <a:cubicBezTo>
                  <a:pt x="45839" y="120544"/>
                  <a:pt x="43679" y="121738"/>
                  <a:pt x="41291" y="121941"/>
                </a:cubicBezTo>
                <a:cubicBezTo>
                  <a:pt x="38902" y="122144"/>
                  <a:pt x="36590" y="121255"/>
                  <a:pt x="34913" y="119578"/>
                </a:cubicBezTo>
                <a:lnTo>
                  <a:pt x="2389" y="87054"/>
                </a:lnTo>
                <a:cubicBezTo>
                  <a:pt x="-788" y="83877"/>
                  <a:pt x="-788" y="78719"/>
                  <a:pt x="2389" y="75543"/>
                </a:cubicBezTo>
                <a:cubicBezTo>
                  <a:pt x="5565" y="72367"/>
                  <a:pt x="10723" y="72367"/>
                  <a:pt x="13899" y="75543"/>
                </a:cubicBezTo>
                <a:lnTo>
                  <a:pt x="39690" y="101334"/>
                </a:lnTo>
                <a:lnTo>
                  <a:pt x="99149" y="19591"/>
                </a:lnTo>
                <a:cubicBezTo>
                  <a:pt x="101791" y="15957"/>
                  <a:pt x="106873" y="15144"/>
                  <a:pt x="110507" y="17787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4" name="Text 62"/>
          <p:cNvSpPr/>
          <p:nvPr/>
        </p:nvSpPr>
        <p:spPr>
          <a:xfrm>
            <a:off x="8503734" y="5538321"/>
            <a:ext cx="110582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 gerekiyor mu?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93488" y="5826394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0481" y="17812"/>
                </a:moveTo>
                <a:cubicBezTo>
                  <a:pt x="114115" y="20455"/>
                  <a:pt x="114928" y="25537"/>
                  <a:pt x="112285" y="29170"/>
                </a:cubicBezTo>
                <a:lnTo>
                  <a:pt x="47237" y="118612"/>
                </a:lnTo>
                <a:cubicBezTo>
                  <a:pt x="45839" y="120544"/>
                  <a:pt x="43679" y="121738"/>
                  <a:pt x="41291" y="121941"/>
                </a:cubicBezTo>
                <a:cubicBezTo>
                  <a:pt x="38902" y="122144"/>
                  <a:pt x="36590" y="121255"/>
                  <a:pt x="34913" y="119578"/>
                </a:cubicBezTo>
                <a:lnTo>
                  <a:pt x="2389" y="87054"/>
                </a:lnTo>
                <a:cubicBezTo>
                  <a:pt x="-788" y="83877"/>
                  <a:pt x="-788" y="78719"/>
                  <a:pt x="2389" y="75543"/>
                </a:cubicBezTo>
                <a:cubicBezTo>
                  <a:pt x="5565" y="72367"/>
                  <a:pt x="10723" y="72367"/>
                  <a:pt x="13899" y="75543"/>
                </a:cubicBezTo>
                <a:lnTo>
                  <a:pt x="39690" y="101334"/>
                </a:lnTo>
                <a:lnTo>
                  <a:pt x="99149" y="19591"/>
                </a:lnTo>
                <a:cubicBezTo>
                  <a:pt x="101791" y="15957"/>
                  <a:pt x="106873" y="15144"/>
                  <a:pt x="110507" y="17787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6" name="Text 64"/>
          <p:cNvSpPr/>
          <p:nvPr/>
        </p:nvSpPr>
        <p:spPr>
          <a:xfrm>
            <a:off x="8503734" y="5798516"/>
            <a:ext cx="1291683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Wi-Fi kullanılacak mı?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93488" y="6086589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0481" y="17812"/>
                </a:moveTo>
                <a:cubicBezTo>
                  <a:pt x="114115" y="20455"/>
                  <a:pt x="114928" y="25537"/>
                  <a:pt x="112285" y="29170"/>
                </a:cubicBezTo>
                <a:lnTo>
                  <a:pt x="47237" y="118612"/>
                </a:lnTo>
                <a:cubicBezTo>
                  <a:pt x="45839" y="120544"/>
                  <a:pt x="43679" y="121738"/>
                  <a:pt x="41291" y="121941"/>
                </a:cubicBezTo>
                <a:cubicBezTo>
                  <a:pt x="38902" y="122144"/>
                  <a:pt x="36590" y="121255"/>
                  <a:pt x="34913" y="119578"/>
                </a:cubicBezTo>
                <a:lnTo>
                  <a:pt x="2389" y="87054"/>
                </a:lnTo>
                <a:cubicBezTo>
                  <a:pt x="-788" y="83877"/>
                  <a:pt x="-788" y="78719"/>
                  <a:pt x="2389" y="75543"/>
                </a:cubicBezTo>
                <a:cubicBezTo>
                  <a:pt x="5565" y="72367"/>
                  <a:pt x="10723" y="72367"/>
                  <a:pt x="13899" y="75543"/>
                </a:cubicBezTo>
                <a:lnTo>
                  <a:pt x="39690" y="101334"/>
                </a:lnTo>
                <a:lnTo>
                  <a:pt x="99149" y="19591"/>
                </a:lnTo>
                <a:cubicBezTo>
                  <a:pt x="101791" y="15957"/>
                  <a:pt x="106873" y="15144"/>
                  <a:pt x="110507" y="17787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68" name="Text 66"/>
          <p:cNvSpPr/>
          <p:nvPr/>
        </p:nvSpPr>
        <p:spPr>
          <a:xfrm>
            <a:off x="8503734" y="6058711"/>
            <a:ext cx="1273098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 mı, VM mi?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3488" y="6346784"/>
            <a:ext cx="113835" cy="130098"/>
          </a:xfrm>
          <a:custGeom>
            <a:avLst/>
            <a:gdLst/>
            <a:ahLst/>
            <a:cxnLst/>
            <a:rect l="l" t="t" r="r" b="b"/>
            <a:pathLst>
              <a:path w="113835" h="130098">
                <a:moveTo>
                  <a:pt x="110481" y="17812"/>
                </a:moveTo>
                <a:cubicBezTo>
                  <a:pt x="114115" y="20455"/>
                  <a:pt x="114928" y="25537"/>
                  <a:pt x="112285" y="29170"/>
                </a:cubicBezTo>
                <a:lnTo>
                  <a:pt x="47237" y="118612"/>
                </a:lnTo>
                <a:cubicBezTo>
                  <a:pt x="45839" y="120544"/>
                  <a:pt x="43679" y="121738"/>
                  <a:pt x="41291" y="121941"/>
                </a:cubicBezTo>
                <a:cubicBezTo>
                  <a:pt x="38902" y="122144"/>
                  <a:pt x="36590" y="121255"/>
                  <a:pt x="34913" y="119578"/>
                </a:cubicBezTo>
                <a:lnTo>
                  <a:pt x="2389" y="87054"/>
                </a:lnTo>
                <a:cubicBezTo>
                  <a:pt x="-788" y="83877"/>
                  <a:pt x="-788" y="78719"/>
                  <a:pt x="2389" y="75543"/>
                </a:cubicBezTo>
                <a:cubicBezTo>
                  <a:pt x="5565" y="72367"/>
                  <a:pt x="10723" y="72367"/>
                  <a:pt x="13899" y="75543"/>
                </a:cubicBezTo>
                <a:lnTo>
                  <a:pt x="39690" y="101334"/>
                </a:lnTo>
                <a:lnTo>
                  <a:pt x="99149" y="19591"/>
                </a:lnTo>
                <a:cubicBezTo>
                  <a:pt x="101791" y="15957"/>
                  <a:pt x="106873" y="15144"/>
                  <a:pt x="110507" y="17787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0" name="Text 68"/>
          <p:cNvSpPr/>
          <p:nvPr/>
        </p:nvSpPr>
        <p:spPr>
          <a:xfrm>
            <a:off x="8503734" y="6318906"/>
            <a:ext cx="1068659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Boot hızı kritik mi?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drawmax.wondershare.com/461665bbebfa56511a135ab8d04993998c924505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1979" b="119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474948"/>
            <a:ext cx="1188720" cy="350520"/>
          </a:xfrm>
          <a:custGeom>
            <a:avLst/>
            <a:gdLst/>
            <a:ahLst/>
            <a:cxnLst/>
            <a:rect l="l" t="t" r="r" b="b"/>
            <a:pathLst>
              <a:path w="1188720" h="350520">
                <a:moveTo>
                  <a:pt x="38102" y="0"/>
                </a:moveTo>
                <a:lnTo>
                  <a:pt x="1150618" y="0"/>
                </a:lnTo>
                <a:cubicBezTo>
                  <a:pt x="1171661" y="0"/>
                  <a:pt x="1188720" y="17059"/>
                  <a:pt x="1188720" y="38102"/>
                </a:cubicBezTo>
                <a:lnTo>
                  <a:pt x="1188720" y="312418"/>
                </a:lnTo>
                <a:cubicBezTo>
                  <a:pt x="1188720" y="333461"/>
                  <a:pt x="1171661" y="350520"/>
                  <a:pt x="1150618" y="350520"/>
                </a:cubicBezTo>
                <a:lnTo>
                  <a:pt x="38102" y="350520"/>
                </a:lnTo>
                <a:cubicBezTo>
                  <a:pt x="17059" y="350520"/>
                  <a:pt x="0" y="333461"/>
                  <a:pt x="0" y="3124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C7E9A">
              <a:alpha val="20000"/>
            </a:srgbClr>
          </a:solidFill>
          <a:ln w="10160">
            <a:solidFill>
              <a:srgbClr val="4C7E9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516856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57884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Kritik Yapılandırma Dosyaları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15284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458184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yönetiminde hayati öneme sahip konfigürasyon dosyaları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05 · Kritik Yapılandırma Dosyaları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Temel Network Konfigürasyon Dosyaları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333500"/>
            <a:ext cx="5627370" cy="1828800"/>
          </a:xfrm>
          <a:custGeom>
            <a:avLst/>
            <a:gdLst/>
            <a:ahLst/>
            <a:cxnLst/>
            <a:rect l="l" t="t" r="r" b="b"/>
            <a:pathLst>
              <a:path w="5627370" h="1828800">
                <a:moveTo>
                  <a:pt x="0" y="0"/>
                </a:moveTo>
                <a:lnTo>
                  <a:pt x="5627370" y="0"/>
                </a:lnTo>
                <a:lnTo>
                  <a:pt x="562737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" y="1333500"/>
            <a:ext cx="15240" cy="1828800"/>
          </a:xfrm>
          <a:custGeom>
            <a:avLst/>
            <a:gdLst/>
            <a:ahLst/>
            <a:cxnLst/>
            <a:rect l="l" t="t" r="r" b="b"/>
            <a:pathLst>
              <a:path w="15240" h="1828800">
                <a:moveTo>
                  <a:pt x="0" y="0"/>
                </a:moveTo>
                <a:lnTo>
                  <a:pt x="15240" y="0"/>
                </a:lnTo>
                <a:lnTo>
                  <a:pt x="1524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5900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/etc/network/interfaces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Debian/Ubuntu network konfigürasyonu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95500"/>
            <a:ext cx="5314950" cy="914400"/>
          </a:xfrm>
          <a:custGeom>
            <a:avLst/>
            <a:gdLst/>
            <a:ahLst/>
            <a:cxnLst/>
            <a:rect l="l" t="t" r="r" b="b"/>
            <a:pathLst>
              <a:path w="5314950" h="914400">
                <a:moveTo>
                  <a:pt x="0" y="0"/>
                </a:moveTo>
                <a:lnTo>
                  <a:pt x="5314950" y="0"/>
                </a:lnTo>
                <a:lnTo>
                  <a:pt x="531495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5500"/>
            <a:ext cx="53721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 eth0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iface eth0 inet static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 192.168.1.10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netmask 255.255.255.0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gateway 192.168.1.1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8620" y="3276005"/>
            <a:ext cx="5627370" cy="1524000"/>
          </a:xfrm>
          <a:custGeom>
            <a:avLst/>
            <a:gdLst/>
            <a:ahLst/>
            <a:cxnLst/>
            <a:rect l="l" t="t" r="r" b="b"/>
            <a:pathLst>
              <a:path w="5627370" h="1524000">
                <a:moveTo>
                  <a:pt x="0" y="0"/>
                </a:moveTo>
                <a:lnTo>
                  <a:pt x="5627370" y="0"/>
                </a:lnTo>
                <a:lnTo>
                  <a:pt x="562737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8620" y="3276005"/>
            <a:ext cx="15240" cy="1524000"/>
          </a:xfrm>
          <a:custGeom>
            <a:avLst/>
            <a:gdLst/>
            <a:ahLst/>
            <a:cxnLst/>
            <a:rect l="l" t="t" r="r" b="b"/>
            <a:pathLst>
              <a:path w="15240" h="1524000">
                <a:moveTo>
                  <a:pt x="0" y="0"/>
                </a:moveTo>
                <a:lnTo>
                  <a:pt x="15240" y="0"/>
                </a:lnTo>
                <a:lnTo>
                  <a:pt x="1524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8405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/etc/resolv.conf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771305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resolver konfigürasyonu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038005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0" y="0"/>
                </a:moveTo>
                <a:lnTo>
                  <a:pt x="5314950" y="0"/>
                </a:lnTo>
                <a:lnTo>
                  <a:pt x="53149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38005"/>
            <a:ext cx="5372100" cy="609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nameserver 8.8.8.8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nameserver 8.8.4.4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search example.com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8620" y="4913951"/>
            <a:ext cx="5627370" cy="1828800"/>
          </a:xfrm>
          <a:custGeom>
            <a:avLst/>
            <a:gdLst/>
            <a:ahLst/>
            <a:cxnLst/>
            <a:rect l="l" t="t" r="r" b="b"/>
            <a:pathLst>
              <a:path w="5627370" h="1828800">
                <a:moveTo>
                  <a:pt x="0" y="0"/>
                </a:moveTo>
                <a:lnTo>
                  <a:pt x="5627370" y="0"/>
                </a:lnTo>
                <a:lnTo>
                  <a:pt x="562737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88620" y="4913951"/>
            <a:ext cx="15240" cy="1828800"/>
          </a:xfrm>
          <a:custGeom>
            <a:avLst/>
            <a:gdLst/>
            <a:ahLst/>
            <a:cxnLst/>
            <a:rect l="l" t="t" r="r" b="b"/>
            <a:pathLst>
              <a:path w="15240" h="1828800">
                <a:moveTo>
                  <a:pt x="0" y="0"/>
                </a:moveTo>
                <a:lnTo>
                  <a:pt x="15240" y="0"/>
                </a:lnTo>
                <a:lnTo>
                  <a:pt x="1524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66351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/etc/hosts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409251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Statik hostname çözümlemesi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675951"/>
            <a:ext cx="5314950" cy="762000"/>
          </a:xfrm>
          <a:custGeom>
            <a:avLst/>
            <a:gdLst/>
            <a:ahLst/>
            <a:cxnLst/>
            <a:rect l="l" t="t" r="r" b="b"/>
            <a:pathLst>
              <a:path w="5314950" h="762000">
                <a:moveTo>
                  <a:pt x="0" y="0"/>
                </a:moveTo>
                <a:lnTo>
                  <a:pt x="5314950" y="0"/>
                </a:lnTo>
                <a:lnTo>
                  <a:pt x="5314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675951"/>
            <a:ext cx="5372100" cy="762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127.0.0.1 localhost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127.0.1.1 myhost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192.168.1.100 server1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192.168.1.101 server2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9820" y="1333500"/>
            <a:ext cx="5627370" cy="1981200"/>
          </a:xfrm>
          <a:custGeom>
            <a:avLst/>
            <a:gdLst/>
            <a:ahLst/>
            <a:cxnLst/>
            <a:rect l="l" t="t" r="r" b="b"/>
            <a:pathLst>
              <a:path w="5627370" h="1981200">
                <a:moveTo>
                  <a:pt x="0" y="0"/>
                </a:moveTo>
                <a:lnTo>
                  <a:pt x="5627370" y="0"/>
                </a:lnTo>
                <a:lnTo>
                  <a:pt x="562737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79820" y="1333500"/>
            <a:ext cx="15240" cy="1981200"/>
          </a:xfrm>
          <a:custGeom>
            <a:avLst/>
            <a:gdLst/>
            <a:ahLst/>
            <a:cxnLst/>
            <a:rect l="l" t="t" r="r" b="b"/>
            <a:pathLst>
              <a:path w="15240" h="1981200">
                <a:moveTo>
                  <a:pt x="0" y="0"/>
                </a:moveTo>
                <a:lnTo>
                  <a:pt x="15240" y="0"/>
                </a:lnTo>
                <a:lnTo>
                  <a:pt x="1524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5" name="Text 23"/>
          <p:cNvSpPr/>
          <p:nvPr/>
        </p:nvSpPr>
        <p:spPr>
          <a:xfrm>
            <a:off x="6339840" y="1485900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/etc/sysconfig/network-scripts/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39840" y="18288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RHEL/CentOS network scripts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39840" y="2095500"/>
            <a:ext cx="5314950" cy="1066800"/>
          </a:xfrm>
          <a:custGeom>
            <a:avLst/>
            <a:gdLst/>
            <a:ahLst/>
            <a:cxnLst/>
            <a:rect l="l" t="t" r="r" b="b"/>
            <a:pathLst>
              <a:path w="5314950" h="1066800">
                <a:moveTo>
                  <a:pt x="0" y="0"/>
                </a:moveTo>
                <a:lnTo>
                  <a:pt x="5314950" y="0"/>
                </a:lnTo>
                <a:lnTo>
                  <a:pt x="531495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39840" y="2095500"/>
            <a:ext cx="5372100" cy="1066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DEVICE=eth0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BOOTPROTO=static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ONBOOT=yes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IPADDR=192.168.1.10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PREFIX=24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GATEWAY=192.168.1.1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9820" y="3428293"/>
            <a:ext cx="5627370" cy="1524000"/>
          </a:xfrm>
          <a:custGeom>
            <a:avLst/>
            <a:gdLst/>
            <a:ahLst/>
            <a:cxnLst/>
            <a:rect l="l" t="t" r="r" b="b"/>
            <a:pathLst>
              <a:path w="5627370" h="1524000">
                <a:moveTo>
                  <a:pt x="0" y="0"/>
                </a:moveTo>
                <a:lnTo>
                  <a:pt x="5627370" y="0"/>
                </a:lnTo>
                <a:lnTo>
                  <a:pt x="562737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79820" y="3428293"/>
            <a:ext cx="15240" cy="1524000"/>
          </a:xfrm>
          <a:custGeom>
            <a:avLst/>
            <a:gdLst/>
            <a:ahLst/>
            <a:cxnLst/>
            <a:rect l="l" t="t" r="r" b="b"/>
            <a:pathLst>
              <a:path w="15240" h="1524000">
                <a:moveTo>
                  <a:pt x="0" y="0"/>
                </a:moveTo>
                <a:lnTo>
                  <a:pt x="15240" y="0"/>
                </a:lnTo>
                <a:lnTo>
                  <a:pt x="1524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1" name="Text 29"/>
          <p:cNvSpPr/>
          <p:nvPr/>
        </p:nvSpPr>
        <p:spPr>
          <a:xfrm>
            <a:off x="6339840" y="3580693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/etc/nsswitch.conf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39840" y="3923593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service switch konfigürasyonu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9840" y="4190293"/>
            <a:ext cx="5314950" cy="609600"/>
          </a:xfrm>
          <a:custGeom>
            <a:avLst/>
            <a:gdLst/>
            <a:ahLst/>
            <a:cxnLst/>
            <a:rect l="l" t="t" r="r" b="b"/>
            <a:pathLst>
              <a:path w="5314950" h="609600">
                <a:moveTo>
                  <a:pt x="0" y="0"/>
                </a:moveTo>
                <a:lnTo>
                  <a:pt x="5314950" y="0"/>
                </a:lnTo>
                <a:lnTo>
                  <a:pt x="53149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39840" y="4190293"/>
            <a:ext cx="5372100" cy="609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hosts: files dns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passwd: files systemd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group: files systemd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9820" y="5066230"/>
            <a:ext cx="5627370" cy="1676400"/>
          </a:xfrm>
          <a:custGeom>
            <a:avLst/>
            <a:gdLst/>
            <a:ahLst/>
            <a:cxnLst/>
            <a:rect l="l" t="t" r="r" b="b"/>
            <a:pathLst>
              <a:path w="5627370" h="1676400">
                <a:moveTo>
                  <a:pt x="0" y="0"/>
                </a:moveTo>
                <a:lnTo>
                  <a:pt x="5627370" y="0"/>
                </a:lnTo>
                <a:lnTo>
                  <a:pt x="562737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79820" y="5066230"/>
            <a:ext cx="15240" cy="1676400"/>
          </a:xfrm>
          <a:custGeom>
            <a:avLst/>
            <a:gdLst/>
            <a:ahLst/>
            <a:cxnLst/>
            <a:rect l="l" t="t" r="r" b="b"/>
            <a:pathLst>
              <a:path w="15240" h="1676400">
                <a:moveTo>
                  <a:pt x="0" y="0"/>
                </a:moveTo>
                <a:lnTo>
                  <a:pt x="15240" y="0"/>
                </a:lnTo>
                <a:lnTo>
                  <a:pt x="1524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7" name="Text 35"/>
          <p:cNvSpPr/>
          <p:nvPr/>
        </p:nvSpPr>
        <p:spPr>
          <a:xfrm>
            <a:off x="6339840" y="5218630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/etc/services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9840" y="556153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ve servis eşleşmeleri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9840" y="5828230"/>
            <a:ext cx="5314950" cy="762000"/>
          </a:xfrm>
          <a:custGeom>
            <a:avLst/>
            <a:gdLst/>
            <a:ahLst/>
            <a:cxnLst/>
            <a:rect l="l" t="t" r="r" b="b"/>
            <a:pathLst>
              <a:path w="5314950" h="762000">
                <a:moveTo>
                  <a:pt x="0" y="0"/>
                </a:moveTo>
                <a:lnTo>
                  <a:pt x="5314950" y="0"/>
                </a:lnTo>
                <a:lnTo>
                  <a:pt x="53149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39840" y="5828230"/>
            <a:ext cx="5372100" cy="762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ssh 22/tcp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 80/tcp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https 443/tcp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dns 53/udp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05 · Kritik Yapılandırma Dosyaları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Network Yapılandırma: Netplan ve NetworkManager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333500"/>
            <a:ext cx="5627370" cy="2857500"/>
          </a:xfrm>
          <a:custGeom>
            <a:avLst/>
            <a:gdLst/>
            <a:ahLst/>
            <a:cxnLst/>
            <a:rect l="l" t="t" r="r" b="b"/>
            <a:pathLst>
              <a:path w="5627370" h="2857500">
                <a:moveTo>
                  <a:pt x="0" y="0"/>
                </a:moveTo>
                <a:lnTo>
                  <a:pt x="5627370" y="0"/>
                </a:lnTo>
                <a:lnTo>
                  <a:pt x="562737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" y="1333500"/>
            <a:ext cx="15240" cy="2857500"/>
          </a:xfrm>
          <a:custGeom>
            <a:avLst/>
            <a:gdLst/>
            <a:ahLst/>
            <a:cxnLst/>
            <a:rect l="l" t="t" r="r" b="b"/>
            <a:pathLst>
              <a:path w="15240" h="2857500">
                <a:moveTo>
                  <a:pt x="0" y="0"/>
                </a:moveTo>
                <a:lnTo>
                  <a:pt x="15240" y="0"/>
                </a:lnTo>
                <a:lnTo>
                  <a:pt x="1524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5900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Netplan YAML Formatı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/etc/netplan/*.yaml - Ubuntu/Cloud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95500"/>
            <a:ext cx="5314950" cy="1524000"/>
          </a:xfrm>
          <a:custGeom>
            <a:avLst/>
            <a:gdLst/>
            <a:ahLst/>
            <a:cxnLst/>
            <a:rect l="l" t="t" r="r" b="b"/>
            <a:pathLst>
              <a:path w="5314950" h="1524000">
                <a:moveTo>
                  <a:pt x="0" y="0"/>
                </a:moveTo>
                <a:lnTo>
                  <a:pt x="5314950" y="0"/>
                </a:lnTo>
                <a:lnTo>
                  <a:pt x="53149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5500"/>
            <a:ext cx="5372100" cy="1524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version: 2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renderer: networkd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ethernets: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eth0: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addresses: [192.168.1.10/24]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routes: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to: default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via: 192.168.1.1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694630"/>
            <a:ext cx="5314950" cy="342900"/>
          </a:xfrm>
          <a:custGeom>
            <a:avLst/>
            <a:gdLst/>
            <a:ahLst/>
            <a:cxnLst/>
            <a:rect l="l" t="t" r="r" b="b"/>
            <a:pathLst>
              <a:path w="5314950" h="342900">
                <a:moveTo>
                  <a:pt x="0" y="0"/>
                </a:moveTo>
                <a:lnTo>
                  <a:pt x="5314950" y="0"/>
                </a:lnTo>
                <a:lnTo>
                  <a:pt x="53149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4840" y="3770830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netplan apply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8620" y="4304230"/>
            <a:ext cx="5627370" cy="2171700"/>
          </a:xfrm>
          <a:custGeom>
            <a:avLst/>
            <a:gdLst/>
            <a:ahLst/>
            <a:cxnLst/>
            <a:rect l="l" t="t" r="r" b="b"/>
            <a:pathLst>
              <a:path w="5627370" h="2171700">
                <a:moveTo>
                  <a:pt x="0" y="0"/>
                </a:moveTo>
                <a:lnTo>
                  <a:pt x="5627370" y="0"/>
                </a:lnTo>
                <a:lnTo>
                  <a:pt x="562737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8620" y="4304230"/>
            <a:ext cx="15240" cy="2171700"/>
          </a:xfrm>
          <a:custGeom>
            <a:avLst/>
            <a:gdLst/>
            <a:ahLst/>
            <a:cxnLst/>
            <a:rect l="l" t="t" r="r" b="b"/>
            <a:pathLst>
              <a:path w="15240" h="2171700">
                <a:moveTo>
                  <a:pt x="0" y="0"/>
                </a:moveTo>
                <a:lnTo>
                  <a:pt x="15240" y="0"/>
                </a:lnTo>
                <a:lnTo>
                  <a:pt x="15240" y="2171700"/>
                </a:lnTo>
                <a:lnTo>
                  <a:pt x="0" y="21717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56630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Netplan Özellikleri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215" y="484524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7" name="Text 15"/>
          <p:cNvSpPr/>
          <p:nvPr/>
        </p:nvSpPr>
        <p:spPr>
          <a:xfrm>
            <a:off x="815340" y="4807148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VLAN yapılandırması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215" y="516541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9" name="Text 17"/>
          <p:cNvSpPr/>
          <p:nvPr/>
        </p:nvSpPr>
        <p:spPr>
          <a:xfrm>
            <a:off x="815340" y="5127315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Bonding/Link aggregation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7215" y="548557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1" name="Text 19"/>
          <p:cNvSpPr/>
          <p:nvPr/>
        </p:nvSpPr>
        <p:spPr>
          <a:xfrm>
            <a:off x="815340" y="5447472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konfigürasyonu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215" y="580572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3" name="Text 21"/>
          <p:cNvSpPr/>
          <p:nvPr/>
        </p:nvSpPr>
        <p:spPr>
          <a:xfrm>
            <a:off x="815340" y="5767629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DHCP ve static IP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215" y="612588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5" name="Text 23"/>
          <p:cNvSpPr/>
          <p:nvPr/>
        </p:nvSpPr>
        <p:spPr>
          <a:xfrm>
            <a:off x="815340" y="6087787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Cloud-init entegrasyonu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9820" y="1333500"/>
            <a:ext cx="5627370" cy="2590800"/>
          </a:xfrm>
          <a:custGeom>
            <a:avLst/>
            <a:gdLst/>
            <a:ahLst/>
            <a:cxnLst/>
            <a:rect l="l" t="t" r="r" b="b"/>
            <a:pathLst>
              <a:path w="5627370" h="2590800">
                <a:moveTo>
                  <a:pt x="0" y="0"/>
                </a:moveTo>
                <a:lnTo>
                  <a:pt x="5627370" y="0"/>
                </a:lnTo>
                <a:lnTo>
                  <a:pt x="562737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79820" y="1333500"/>
            <a:ext cx="15240" cy="2590800"/>
          </a:xfrm>
          <a:custGeom>
            <a:avLst/>
            <a:gdLst/>
            <a:ahLst/>
            <a:cxnLst/>
            <a:rect l="l" t="t" r="r" b="b"/>
            <a:pathLst>
              <a:path w="15240" h="2590800">
                <a:moveTo>
                  <a:pt x="0" y="0"/>
                </a:moveTo>
                <a:lnTo>
                  <a:pt x="15240" y="0"/>
                </a:lnTo>
                <a:lnTo>
                  <a:pt x="1524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8" name="Text 26"/>
          <p:cNvSpPr/>
          <p:nvPr/>
        </p:nvSpPr>
        <p:spPr>
          <a:xfrm>
            <a:off x="6339840" y="1485900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NetworkManager Keyfile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9840" y="1828800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/etc/NetworkManager/system-connections/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9840" y="2095500"/>
            <a:ext cx="5314950" cy="1676400"/>
          </a:xfrm>
          <a:custGeom>
            <a:avLst/>
            <a:gdLst/>
            <a:ahLst/>
            <a:cxnLst/>
            <a:rect l="l" t="t" r="r" b="b"/>
            <a:pathLst>
              <a:path w="5314950" h="1676400">
                <a:moveTo>
                  <a:pt x="0" y="0"/>
                </a:moveTo>
                <a:lnTo>
                  <a:pt x="5314950" y="0"/>
                </a:lnTo>
                <a:lnTo>
                  <a:pt x="531495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39840" y="2095500"/>
            <a:ext cx="5372100" cy="1676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[connection]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id=eth0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type=ethernet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interface-name=eth0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[ipv4]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method=manual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addresses=192.168.1.10/24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gateway=192.168.1.1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dns=8.8.8.8;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9820" y="4037409"/>
            <a:ext cx="5627370" cy="2438400"/>
          </a:xfrm>
          <a:custGeom>
            <a:avLst/>
            <a:gdLst/>
            <a:ahLst/>
            <a:cxnLst/>
            <a:rect l="l" t="t" r="r" b="b"/>
            <a:pathLst>
              <a:path w="5627370" h="2438400">
                <a:moveTo>
                  <a:pt x="0" y="0"/>
                </a:moveTo>
                <a:lnTo>
                  <a:pt x="5627370" y="0"/>
                </a:lnTo>
                <a:lnTo>
                  <a:pt x="562737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179820" y="4037409"/>
            <a:ext cx="15240" cy="2438400"/>
          </a:xfrm>
          <a:custGeom>
            <a:avLst/>
            <a:gdLst/>
            <a:ahLst/>
            <a:cxnLst/>
            <a:rect l="l" t="t" r="r" b="b"/>
            <a:pathLst>
              <a:path w="15240" h="2438400">
                <a:moveTo>
                  <a:pt x="0" y="0"/>
                </a:moveTo>
                <a:lnTo>
                  <a:pt x="15240" y="0"/>
                </a:lnTo>
                <a:lnTo>
                  <a:pt x="1524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34" name="Text 32"/>
          <p:cNvSpPr/>
          <p:nvPr/>
        </p:nvSpPr>
        <p:spPr>
          <a:xfrm>
            <a:off x="6339840" y="4189809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systemd-networkd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39840" y="4532709"/>
            <a:ext cx="538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/etc/systemd/network/*.network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9840" y="4799409"/>
            <a:ext cx="5314950" cy="1219200"/>
          </a:xfrm>
          <a:custGeom>
            <a:avLst/>
            <a:gdLst/>
            <a:ahLst/>
            <a:cxnLst/>
            <a:rect l="l" t="t" r="r" b="b"/>
            <a:pathLst>
              <a:path w="5314950" h="1219200">
                <a:moveTo>
                  <a:pt x="0" y="0"/>
                </a:moveTo>
                <a:lnTo>
                  <a:pt x="5314950" y="0"/>
                </a:lnTo>
                <a:lnTo>
                  <a:pt x="531495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39840" y="4799409"/>
            <a:ext cx="5372100" cy="1219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[Match]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Name=eth0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[Network]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Address=192.168.1.10/24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Gateway=192.168.1.1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DNS=8.8.8.8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05 · Kritik Yapılandırma Dosyaları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Kernel Parametreleri ve sysctl.conf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333500"/>
            <a:ext cx="3703320" cy="2857500"/>
          </a:xfrm>
          <a:custGeom>
            <a:avLst/>
            <a:gdLst/>
            <a:ahLst/>
            <a:cxnLst/>
            <a:rect l="l" t="t" r="r" b="b"/>
            <a:pathLst>
              <a:path w="3703320" h="2857500">
                <a:moveTo>
                  <a:pt x="0" y="0"/>
                </a:moveTo>
                <a:lnTo>
                  <a:pt x="3703320" y="0"/>
                </a:lnTo>
                <a:lnTo>
                  <a:pt x="370332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" y="1333500"/>
            <a:ext cx="15240" cy="2857500"/>
          </a:xfrm>
          <a:custGeom>
            <a:avLst/>
            <a:gdLst/>
            <a:ahLst/>
            <a:cxnLst/>
            <a:rect l="l" t="t" r="r" b="b"/>
            <a:pathLst>
              <a:path w="15240" h="2857500">
                <a:moveTo>
                  <a:pt x="0" y="0"/>
                </a:moveTo>
                <a:lnTo>
                  <a:pt x="15240" y="0"/>
                </a:lnTo>
                <a:lnTo>
                  <a:pt x="1524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590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Performans Parametreleri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390900" cy="685800"/>
          </a:xfrm>
          <a:custGeom>
            <a:avLst/>
            <a:gdLst/>
            <a:ahLst/>
            <a:cxnLst/>
            <a:rect l="l" t="t" r="r" b="b"/>
            <a:pathLst>
              <a:path w="3390900" h="685800">
                <a:moveTo>
                  <a:pt x="0" y="0"/>
                </a:moveTo>
                <a:lnTo>
                  <a:pt x="3390900" y="0"/>
                </a:lnTo>
                <a:lnTo>
                  <a:pt x="33909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4840" y="1905000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net.core.rmem_max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840" y="2095388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receive buffer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840" y="2285888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Değer: 67108864 (64MB)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590567"/>
            <a:ext cx="3390900" cy="685800"/>
          </a:xfrm>
          <a:custGeom>
            <a:avLst/>
            <a:gdLst/>
            <a:ahLst/>
            <a:cxnLst/>
            <a:rect l="l" t="t" r="r" b="b"/>
            <a:pathLst>
              <a:path w="3390900" h="685800">
                <a:moveTo>
                  <a:pt x="0" y="0"/>
                </a:moveTo>
                <a:lnTo>
                  <a:pt x="3390900" y="0"/>
                </a:lnTo>
                <a:lnTo>
                  <a:pt x="33909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4840" y="2666767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net.core.wmem_max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4840" y="2857147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send buffer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840" y="3047647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Değer: 67108864 (64MB)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352326"/>
            <a:ext cx="3390900" cy="685800"/>
          </a:xfrm>
          <a:custGeom>
            <a:avLst/>
            <a:gdLst/>
            <a:ahLst/>
            <a:cxnLst/>
            <a:rect l="l" t="t" r="r" b="b"/>
            <a:pathLst>
              <a:path w="3390900" h="685800">
                <a:moveTo>
                  <a:pt x="0" y="0"/>
                </a:moveTo>
                <a:lnTo>
                  <a:pt x="3390900" y="0"/>
                </a:lnTo>
                <a:lnTo>
                  <a:pt x="33909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4840" y="3428526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net.ipv4.tcp_congestion_control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4840" y="3618905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Congestion algorithm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4840" y="3809405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Değer: bbr, htcp, cubic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8620" y="4304593"/>
            <a:ext cx="3703320" cy="1714500"/>
          </a:xfrm>
          <a:custGeom>
            <a:avLst/>
            <a:gdLst/>
            <a:ahLst/>
            <a:cxnLst/>
            <a:rect l="l" t="t" r="r" b="b"/>
            <a:pathLst>
              <a:path w="3703320" h="1714500">
                <a:moveTo>
                  <a:pt x="0" y="0"/>
                </a:moveTo>
                <a:lnTo>
                  <a:pt x="3703320" y="0"/>
                </a:lnTo>
                <a:lnTo>
                  <a:pt x="370332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8620" y="4304593"/>
            <a:ext cx="15240" cy="1714500"/>
          </a:xfrm>
          <a:custGeom>
            <a:avLst/>
            <a:gdLst/>
            <a:ahLst/>
            <a:cxnLst/>
            <a:rect l="l" t="t" r="r" b="b"/>
            <a:pathLst>
              <a:path w="15240" h="1714500">
                <a:moveTo>
                  <a:pt x="0" y="0"/>
                </a:moveTo>
                <a:lnTo>
                  <a:pt x="15240" y="0"/>
                </a:lnTo>
                <a:lnTo>
                  <a:pt x="1524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56993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Yapılandırma Dosyaları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799893"/>
            <a:ext cx="3390900" cy="495300"/>
          </a:xfrm>
          <a:custGeom>
            <a:avLst/>
            <a:gdLst/>
            <a:ahLst/>
            <a:cxnLst/>
            <a:rect l="l" t="t" r="r" b="b"/>
            <a:pathLst>
              <a:path w="3390900" h="495300">
                <a:moveTo>
                  <a:pt x="0" y="0"/>
                </a:moveTo>
                <a:lnTo>
                  <a:pt x="3390900" y="0"/>
                </a:lnTo>
                <a:lnTo>
                  <a:pt x="33909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4840" y="4876093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/etc/sysctl.conf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4840" y="5066593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 sysctl konfigürasyonu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371272"/>
            <a:ext cx="3390900" cy="495300"/>
          </a:xfrm>
          <a:custGeom>
            <a:avLst/>
            <a:gdLst/>
            <a:ahLst/>
            <a:cxnLst/>
            <a:rect l="l" t="t" r="r" b="b"/>
            <a:pathLst>
              <a:path w="3390900" h="495300">
                <a:moveTo>
                  <a:pt x="0" y="0"/>
                </a:moveTo>
                <a:lnTo>
                  <a:pt x="3390900" y="0"/>
                </a:lnTo>
                <a:lnTo>
                  <a:pt x="33909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24840" y="5447472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/etc/sysctl.d/*.conf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4840" y="563797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Modüler konfigürasyon dosyaları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9341" y="1333500"/>
            <a:ext cx="3703320" cy="2857500"/>
          </a:xfrm>
          <a:custGeom>
            <a:avLst/>
            <a:gdLst/>
            <a:ahLst/>
            <a:cxnLst/>
            <a:rect l="l" t="t" r="r" b="b"/>
            <a:pathLst>
              <a:path w="3703320" h="2857500">
                <a:moveTo>
                  <a:pt x="0" y="0"/>
                </a:moveTo>
                <a:lnTo>
                  <a:pt x="3703320" y="0"/>
                </a:lnTo>
                <a:lnTo>
                  <a:pt x="370332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49341" y="1333500"/>
            <a:ext cx="15240" cy="2857500"/>
          </a:xfrm>
          <a:custGeom>
            <a:avLst/>
            <a:gdLst/>
            <a:ahLst/>
            <a:cxnLst/>
            <a:rect l="l" t="t" r="r" b="b"/>
            <a:pathLst>
              <a:path w="15240" h="2857500">
                <a:moveTo>
                  <a:pt x="0" y="0"/>
                </a:moveTo>
                <a:lnTo>
                  <a:pt x="15240" y="0"/>
                </a:lnTo>
                <a:lnTo>
                  <a:pt x="1524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1" name="Text 29"/>
          <p:cNvSpPr/>
          <p:nvPr/>
        </p:nvSpPr>
        <p:spPr>
          <a:xfrm>
            <a:off x="4409361" y="148590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Bağlantı Yönetimi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09361" y="1828800"/>
            <a:ext cx="3390900" cy="685800"/>
          </a:xfrm>
          <a:custGeom>
            <a:avLst/>
            <a:gdLst/>
            <a:ahLst/>
            <a:cxnLst/>
            <a:rect l="l" t="t" r="r" b="b"/>
            <a:pathLst>
              <a:path w="3390900" h="685800">
                <a:moveTo>
                  <a:pt x="0" y="0"/>
                </a:moveTo>
                <a:lnTo>
                  <a:pt x="3390900" y="0"/>
                </a:lnTo>
                <a:lnTo>
                  <a:pt x="33909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485561" y="1905000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net.netfilter.nf_conntrack_max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5561" y="2095388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connection tracking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85561" y="2285888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Değer: 262144 (yüksek trafik)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09361" y="2590567"/>
            <a:ext cx="3390900" cy="685800"/>
          </a:xfrm>
          <a:custGeom>
            <a:avLst/>
            <a:gdLst/>
            <a:ahLst/>
            <a:cxnLst/>
            <a:rect l="l" t="t" r="r" b="b"/>
            <a:pathLst>
              <a:path w="3390900" h="685800">
                <a:moveTo>
                  <a:pt x="0" y="0"/>
                </a:moveTo>
                <a:lnTo>
                  <a:pt x="3390900" y="0"/>
                </a:lnTo>
                <a:lnTo>
                  <a:pt x="33909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485561" y="2666767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net.ipv4.tcp_max_syn_backlog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85561" y="2857147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 queue uzunluğu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5561" y="3047647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Değer: 8192-16384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09361" y="3352326"/>
            <a:ext cx="3390900" cy="685800"/>
          </a:xfrm>
          <a:custGeom>
            <a:avLst/>
            <a:gdLst/>
            <a:ahLst/>
            <a:cxnLst/>
            <a:rect l="l" t="t" r="r" b="b"/>
            <a:pathLst>
              <a:path w="3390900" h="685800">
                <a:moveTo>
                  <a:pt x="0" y="0"/>
                </a:moveTo>
                <a:lnTo>
                  <a:pt x="3390900" y="0"/>
                </a:lnTo>
                <a:lnTo>
                  <a:pt x="33909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485561" y="3428526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net.ipv4.tcp_fin_timeout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85561" y="3618905"/>
            <a:ext cx="3305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FIN-WAIT-2 zaman aşımı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85561" y="3809405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Değer: 10-15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49341" y="4304593"/>
            <a:ext cx="3703320" cy="1714500"/>
          </a:xfrm>
          <a:custGeom>
            <a:avLst/>
            <a:gdLst/>
            <a:ahLst/>
            <a:cxnLst/>
            <a:rect l="l" t="t" r="r" b="b"/>
            <a:pathLst>
              <a:path w="3703320" h="1714500">
                <a:moveTo>
                  <a:pt x="0" y="0"/>
                </a:moveTo>
                <a:lnTo>
                  <a:pt x="3703320" y="0"/>
                </a:lnTo>
                <a:lnTo>
                  <a:pt x="370332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249341" y="4304593"/>
            <a:ext cx="15240" cy="1714500"/>
          </a:xfrm>
          <a:custGeom>
            <a:avLst/>
            <a:gdLst/>
            <a:ahLst/>
            <a:cxnLst/>
            <a:rect l="l" t="t" r="r" b="b"/>
            <a:pathLst>
              <a:path w="15240" h="1714500">
                <a:moveTo>
                  <a:pt x="0" y="0"/>
                </a:moveTo>
                <a:lnTo>
                  <a:pt x="15240" y="0"/>
                </a:lnTo>
                <a:lnTo>
                  <a:pt x="1524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46" name="Text 44"/>
          <p:cNvSpPr/>
          <p:nvPr/>
        </p:nvSpPr>
        <p:spPr>
          <a:xfrm>
            <a:off x="4409361" y="4456993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Uygulama Komutları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09361" y="4799893"/>
            <a:ext cx="3390900" cy="304800"/>
          </a:xfrm>
          <a:custGeom>
            <a:avLst/>
            <a:gdLst/>
            <a:ahLst/>
            <a:cxnLst/>
            <a:rect l="l" t="t" r="r" b="b"/>
            <a:pathLst>
              <a:path w="3390900" h="304800">
                <a:moveTo>
                  <a:pt x="0" y="0"/>
                </a:moveTo>
                <a:lnTo>
                  <a:pt x="3390900" y="0"/>
                </a:lnTo>
                <a:lnTo>
                  <a:pt x="33909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409361" y="4799893"/>
            <a:ext cx="3448050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sysctl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-w parameter=value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409361" y="5180772"/>
            <a:ext cx="3390900" cy="304800"/>
          </a:xfrm>
          <a:custGeom>
            <a:avLst/>
            <a:gdLst/>
            <a:ahLst/>
            <a:cxnLst/>
            <a:rect l="l" t="t" r="r" b="b"/>
            <a:pathLst>
              <a:path w="3390900" h="304800">
                <a:moveTo>
                  <a:pt x="0" y="0"/>
                </a:moveTo>
                <a:lnTo>
                  <a:pt x="3390900" y="0"/>
                </a:lnTo>
                <a:lnTo>
                  <a:pt x="33909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409361" y="5180772"/>
            <a:ext cx="3448050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sysctl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-p /etc/sysctl.conf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09361" y="5561651"/>
            <a:ext cx="3390900" cy="304800"/>
          </a:xfrm>
          <a:custGeom>
            <a:avLst/>
            <a:gdLst/>
            <a:ahLst/>
            <a:cxnLst/>
            <a:rect l="l" t="t" r="r" b="b"/>
            <a:pathLst>
              <a:path w="3390900" h="304800">
                <a:moveTo>
                  <a:pt x="0" y="0"/>
                </a:moveTo>
                <a:lnTo>
                  <a:pt x="3390900" y="0"/>
                </a:lnTo>
                <a:lnTo>
                  <a:pt x="33909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409361" y="5561651"/>
            <a:ext cx="3448050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sysctl</a:t>
            </a:r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-a | grep tcp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10181" y="1333500"/>
            <a:ext cx="3703320" cy="3619500"/>
          </a:xfrm>
          <a:custGeom>
            <a:avLst/>
            <a:gdLst/>
            <a:ahLst/>
            <a:cxnLst/>
            <a:rect l="l" t="t" r="r" b="b"/>
            <a:pathLst>
              <a:path w="3703320" h="3619500">
                <a:moveTo>
                  <a:pt x="0" y="0"/>
                </a:moveTo>
                <a:lnTo>
                  <a:pt x="3703320" y="0"/>
                </a:lnTo>
                <a:lnTo>
                  <a:pt x="3703320" y="3619500"/>
                </a:lnTo>
                <a:lnTo>
                  <a:pt x="0" y="36195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10181" y="1333500"/>
            <a:ext cx="15240" cy="3619500"/>
          </a:xfrm>
          <a:custGeom>
            <a:avLst/>
            <a:gdLst/>
            <a:ahLst/>
            <a:cxnLst/>
            <a:rect l="l" t="t" r="r" b="b"/>
            <a:pathLst>
              <a:path w="15240" h="3619500">
                <a:moveTo>
                  <a:pt x="0" y="0"/>
                </a:moveTo>
                <a:lnTo>
                  <a:pt x="15240" y="0"/>
                </a:lnTo>
                <a:lnTo>
                  <a:pt x="15240" y="3619500"/>
                </a:lnTo>
                <a:lnTo>
                  <a:pt x="0" y="36195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5" name="Text 53"/>
          <p:cNvSpPr/>
          <p:nvPr/>
        </p:nvSpPr>
        <p:spPr>
          <a:xfrm>
            <a:off x="8270200" y="1485900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Örnek sysctl.conf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70200" y="1828800"/>
            <a:ext cx="3390900" cy="2971800"/>
          </a:xfrm>
          <a:custGeom>
            <a:avLst/>
            <a:gdLst/>
            <a:ahLst/>
            <a:cxnLst/>
            <a:rect l="l" t="t" r="r" b="b"/>
            <a:pathLst>
              <a:path w="3390900" h="2971800">
                <a:moveTo>
                  <a:pt x="0" y="0"/>
                </a:moveTo>
                <a:lnTo>
                  <a:pt x="3390900" y="0"/>
                </a:lnTo>
                <a:lnTo>
                  <a:pt x="33909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270200" y="1828800"/>
            <a:ext cx="3448050" cy="29718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Network performance tuning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net.core.rmem_max = 67108864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net.core.wmem_max = 67108864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net.core.netdev_max_backlog = 30000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TCP optimization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net.ipv4.tcp_congestion_control = bbr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net.ipv4.tcp_fin_timeout = 10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net.ipv4.tcp_tw_reuse = 1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net.ipv4.tcp_max_syn_backlog = 16384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Security enhancements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net.ipv4.ip_forward = 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net.ipv4.conf.all.send_redirects = 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net.ipv4.conf.all.accept_redirects = 0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Connection tracking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net.netfilter.nf_conntrack_max = 262144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iablohorn.com/f350b57bfc0b4af2838e09c2f25697ded781404c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6976" b="2697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164320"/>
            <a:ext cx="1188720" cy="350520"/>
          </a:xfrm>
          <a:custGeom>
            <a:avLst/>
            <a:gdLst/>
            <a:ahLst/>
            <a:cxnLst/>
            <a:rect l="l" t="t" r="r" b="b"/>
            <a:pathLst>
              <a:path w="1188720" h="350520">
                <a:moveTo>
                  <a:pt x="38102" y="0"/>
                </a:moveTo>
                <a:lnTo>
                  <a:pt x="1150618" y="0"/>
                </a:lnTo>
                <a:cubicBezTo>
                  <a:pt x="1171661" y="0"/>
                  <a:pt x="1188720" y="17059"/>
                  <a:pt x="1188720" y="38102"/>
                </a:cubicBezTo>
                <a:lnTo>
                  <a:pt x="1188720" y="312418"/>
                </a:lnTo>
                <a:cubicBezTo>
                  <a:pt x="1188720" y="333461"/>
                  <a:pt x="1171661" y="350520"/>
                  <a:pt x="1150618" y="350520"/>
                </a:cubicBezTo>
                <a:lnTo>
                  <a:pt x="38102" y="350520"/>
                </a:lnTo>
                <a:cubicBezTo>
                  <a:pt x="17059" y="350520"/>
                  <a:pt x="0" y="333461"/>
                  <a:pt x="0" y="31241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4C7E9A">
              <a:alpha val="20000"/>
            </a:srgbClr>
          </a:solidFill>
          <a:ln w="10160">
            <a:solidFill>
              <a:srgbClr val="4C7E9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2206228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747256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Güvenlik Konuları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9025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233156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güvenliğinde kritik noktalar ve en iyi uygulamalar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06 · Güvenlik Konuları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Firewall Yönetimi: iptables'ten nftables'e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9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333509"/>
            <a:ext cx="5627370" cy="2143125"/>
          </a:xfrm>
          <a:custGeom>
            <a:avLst/>
            <a:gdLst/>
            <a:ahLst/>
            <a:cxnLst/>
            <a:rect l="l" t="t" r="r" b="b"/>
            <a:pathLst>
              <a:path w="5627370" h="2143125">
                <a:moveTo>
                  <a:pt x="0" y="0"/>
                </a:moveTo>
                <a:lnTo>
                  <a:pt x="5627370" y="0"/>
                </a:lnTo>
                <a:lnTo>
                  <a:pt x="562737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" y="1333509"/>
            <a:ext cx="15240" cy="2143125"/>
          </a:xfrm>
          <a:custGeom>
            <a:avLst/>
            <a:gdLst/>
            <a:ahLst/>
            <a:cxnLst/>
            <a:rect l="l" t="t" r="r" b="b"/>
            <a:pathLst>
              <a:path w="15240" h="2143125">
                <a:moveTo>
                  <a:pt x="0" y="0"/>
                </a:moveTo>
                <a:lnTo>
                  <a:pt x="15240" y="0"/>
                </a:lnTo>
                <a:lnTo>
                  <a:pt x="1524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Shape 5"/>
          <p:cNvSpPr/>
          <p:nvPr/>
        </p:nvSpPr>
        <p:spPr>
          <a:xfrm>
            <a:off x="584359" y="152400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Text 6"/>
          <p:cNvSpPr/>
          <p:nvPr/>
        </p:nvSpPr>
        <p:spPr>
          <a:xfrm>
            <a:off x="901065" y="1485909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nftables (Modern)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828809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nftables,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iptables'ın yerini alan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yeni nesil Linux firewall framework'üdür. Daha iyi performans, okunabilir syntax ve gelişmiş özellikler sunar.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38397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0" y="0"/>
                </a:moveTo>
                <a:lnTo>
                  <a:pt x="5314950" y="0"/>
                </a:lnTo>
                <a:lnTo>
                  <a:pt x="53149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2940" y="2452697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Temel Yapı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" y="2681297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→ chain → rule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" y="2871667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Family: inet, ip, ip6, arp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" y="3062055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Chain type: filter, nat, route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8620" y="3595343"/>
            <a:ext cx="5627370" cy="3162300"/>
          </a:xfrm>
          <a:custGeom>
            <a:avLst/>
            <a:gdLst/>
            <a:ahLst/>
            <a:cxnLst/>
            <a:rect l="l" t="t" r="r" b="b"/>
            <a:pathLst>
              <a:path w="5627370" h="3162300">
                <a:moveTo>
                  <a:pt x="0" y="0"/>
                </a:moveTo>
                <a:lnTo>
                  <a:pt x="5627370" y="0"/>
                </a:lnTo>
                <a:lnTo>
                  <a:pt x="5627370" y="3162300"/>
                </a:lnTo>
                <a:lnTo>
                  <a:pt x="0" y="31623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88620" y="3595343"/>
            <a:ext cx="15240" cy="3162300"/>
          </a:xfrm>
          <a:custGeom>
            <a:avLst/>
            <a:gdLst/>
            <a:ahLst/>
            <a:cxnLst/>
            <a:rect l="l" t="t" r="r" b="b"/>
            <a:pathLst>
              <a:path w="15240" h="3162300">
                <a:moveTo>
                  <a:pt x="0" y="0"/>
                </a:moveTo>
                <a:lnTo>
                  <a:pt x="15240" y="0"/>
                </a:lnTo>
                <a:lnTo>
                  <a:pt x="15240" y="3162300"/>
                </a:lnTo>
                <a:lnTo>
                  <a:pt x="0" y="31623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7743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Örnek nftables Kuralları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090643"/>
            <a:ext cx="5314950" cy="2514600"/>
          </a:xfrm>
          <a:custGeom>
            <a:avLst/>
            <a:gdLst/>
            <a:ahLst/>
            <a:cxnLst/>
            <a:rect l="l" t="t" r="r" b="b"/>
            <a:pathLst>
              <a:path w="5314950" h="2514600">
                <a:moveTo>
                  <a:pt x="0" y="0"/>
                </a:moveTo>
                <a:lnTo>
                  <a:pt x="5314950" y="0"/>
                </a:lnTo>
                <a:lnTo>
                  <a:pt x="5314950" y="2514600"/>
                </a:lnTo>
                <a:lnTo>
                  <a:pt x="0" y="2514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90643"/>
            <a:ext cx="5372100" cy="25146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Create table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nft add table inet filter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Create chains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nft add chain inet filter input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nft add chain inet filter output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nft add chain inet filter forward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Default policy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nft add rule inet filter input drop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nft add rule inet filter output accept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nft add rule inet filter forward drop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Allow SSH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nft add rule inet filter input tcp dport 22 accept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9820" y="1333509"/>
            <a:ext cx="5627370" cy="2143125"/>
          </a:xfrm>
          <a:custGeom>
            <a:avLst/>
            <a:gdLst/>
            <a:ahLst/>
            <a:cxnLst/>
            <a:rect l="l" t="t" r="r" b="b"/>
            <a:pathLst>
              <a:path w="5627370" h="2143125">
                <a:moveTo>
                  <a:pt x="0" y="0"/>
                </a:moveTo>
                <a:lnTo>
                  <a:pt x="5627370" y="0"/>
                </a:lnTo>
                <a:lnTo>
                  <a:pt x="562737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79820" y="1333509"/>
            <a:ext cx="15240" cy="2143125"/>
          </a:xfrm>
          <a:custGeom>
            <a:avLst/>
            <a:gdLst/>
            <a:ahLst/>
            <a:cxnLst/>
            <a:rect l="l" t="t" r="r" b="b"/>
            <a:pathLst>
              <a:path w="15240" h="2143125">
                <a:moveTo>
                  <a:pt x="0" y="0"/>
                </a:moveTo>
                <a:lnTo>
                  <a:pt x="15240" y="0"/>
                </a:lnTo>
                <a:lnTo>
                  <a:pt x="1524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22" name="Shape 20"/>
          <p:cNvSpPr/>
          <p:nvPr/>
        </p:nvSpPr>
        <p:spPr>
          <a:xfrm>
            <a:off x="6363653" y="15240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6B6F77"/>
          </a:solidFill>
          <a:ln/>
        </p:spPr>
      </p:sp>
      <p:sp>
        <p:nvSpPr>
          <p:cNvPr id="23" name="Text 21"/>
          <p:cNvSpPr/>
          <p:nvPr/>
        </p:nvSpPr>
        <p:spPr>
          <a:xfrm>
            <a:off x="6692265" y="1485909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iptables (Legacy)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39840" y="1828809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iptables hâlâ yaygın kullanımda ancak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deprecated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durumundadır. nftables'a geçiş tavsiye edilir.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39840" y="2338397"/>
            <a:ext cx="5314950" cy="990600"/>
          </a:xfrm>
          <a:custGeom>
            <a:avLst/>
            <a:gdLst/>
            <a:ahLst/>
            <a:cxnLst/>
            <a:rect l="l" t="t" r="r" b="b"/>
            <a:pathLst>
              <a:path w="5314950" h="990600">
                <a:moveTo>
                  <a:pt x="0" y="0"/>
                </a:moveTo>
                <a:lnTo>
                  <a:pt x="5314950" y="0"/>
                </a:lnTo>
                <a:lnTo>
                  <a:pt x="531495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54140" y="2452697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Temel Chain'ler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54140" y="2681297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 (gelen paketler)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4140" y="2871667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OUTPUT (giden paketler)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54140" y="3062055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(yönlendirme)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9820" y="3595343"/>
            <a:ext cx="5627370" cy="3162300"/>
          </a:xfrm>
          <a:custGeom>
            <a:avLst/>
            <a:gdLst/>
            <a:ahLst/>
            <a:cxnLst/>
            <a:rect l="l" t="t" r="r" b="b"/>
            <a:pathLst>
              <a:path w="5627370" h="3162300">
                <a:moveTo>
                  <a:pt x="0" y="0"/>
                </a:moveTo>
                <a:lnTo>
                  <a:pt x="5627370" y="0"/>
                </a:lnTo>
                <a:lnTo>
                  <a:pt x="5627370" y="3162300"/>
                </a:lnTo>
                <a:lnTo>
                  <a:pt x="0" y="31623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79820" y="3595343"/>
            <a:ext cx="15240" cy="3162300"/>
          </a:xfrm>
          <a:custGeom>
            <a:avLst/>
            <a:gdLst/>
            <a:ahLst/>
            <a:cxnLst/>
            <a:rect l="l" t="t" r="r" b="b"/>
            <a:pathLst>
              <a:path w="15240" h="3162300">
                <a:moveTo>
                  <a:pt x="0" y="0"/>
                </a:moveTo>
                <a:lnTo>
                  <a:pt x="15240" y="0"/>
                </a:lnTo>
                <a:lnTo>
                  <a:pt x="15240" y="3162300"/>
                </a:lnTo>
                <a:lnTo>
                  <a:pt x="0" y="31623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2" name="Text 30"/>
          <p:cNvSpPr/>
          <p:nvPr/>
        </p:nvSpPr>
        <p:spPr>
          <a:xfrm>
            <a:off x="6339840" y="3747743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Güvenlik En İyi Uygulamaları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8890" y="41287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4" name="Text 32"/>
          <p:cNvSpPr/>
          <p:nvPr/>
        </p:nvSpPr>
        <p:spPr>
          <a:xfrm>
            <a:off x="6606540" y="4090643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Deny Policy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06540" y="4281143"/>
            <a:ext cx="1647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Sadece gerekli portlara izin verin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8890" y="45477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7" name="Text 35"/>
          <p:cNvSpPr/>
          <p:nvPr/>
        </p:nvSpPr>
        <p:spPr>
          <a:xfrm>
            <a:off x="6606540" y="4509613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06540" y="4700113"/>
            <a:ext cx="1657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Brute-force saldırılarını sınırlayın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77940" y="496670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0" name="Text 38"/>
          <p:cNvSpPr/>
          <p:nvPr/>
        </p:nvSpPr>
        <p:spPr>
          <a:xfrm>
            <a:off x="6606540" y="4928601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Loglama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06540" y="5119101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Dropped paketleri loglayın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26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spc="101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06 · Güvenlik Konuları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20087"/>
            <a:ext cx="11626627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Seviyesinde Güvenlik Açıkları ve Korunma Yöntemleri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57" y="1094271"/>
            <a:ext cx="1167222" cy="36476"/>
          </a:xfrm>
          <a:custGeom>
            <a:avLst/>
            <a:gdLst/>
            <a:ahLst/>
            <a:cxnLst/>
            <a:rect l="l" t="t" r="r" b="b"/>
            <a:pathLst>
              <a:path w="1167222" h="36476">
                <a:moveTo>
                  <a:pt x="0" y="0"/>
                </a:moveTo>
                <a:lnTo>
                  <a:pt x="1167222" y="0"/>
                </a:lnTo>
                <a:lnTo>
                  <a:pt x="1167222" y="36476"/>
                </a:lnTo>
                <a:lnTo>
                  <a:pt x="0" y="3647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72052" y="1276649"/>
            <a:ext cx="5651908" cy="3282812"/>
          </a:xfrm>
          <a:custGeom>
            <a:avLst/>
            <a:gdLst/>
            <a:ahLst/>
            <a:cxnLst/>
            <a:rect l="l" t="t" r="r" b="b"/>
            <a:pathLst>
              <a:path w="5651908" h="3282812">
                <a:moveTo>
                  <a:pt x="0" y="0"/>
                </a:moveTo>
                <a:lnTo>
                  <a:pt x="5651908" y="0"/>
                </a:lnTo>
                <a:lnTo>
                  <a:pt x="5651908" y="3282812"/>
                </a:lnTo>
                <a:lnTo>
                  <a:pt x="0" y="3282812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2052" y="1276649"/>
            <a:ext cx="14590" cy="3282812"/>
          </a:xfrm>
          <a:custGeom>
            <a:avLst/>
            <a:gdLst/>
            <a:ahLst/>
            <a:cxnLst/>
            <a:rect l="l" t="t" r="r" b="b"/>
            <a:pathLst>
              <a:path w="14590" h="3282812">
                <a:moveTo>
                  <a:pt x="0" y="0"/>
                </a:moveTo>
                <a:lnTo>
                  <a:pt x="14590" y="0"/>
                </a:lnTo>
                <a:lnTo>
                  <a:pt x="14590" y="3282812"/>
                </a:lnTo>
                <a:lnTo>
                  <a:pt x="0" y="3282812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25250" y="1422552"/>
            <a:ext cx="544399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Sık Karşılaşılan Tehditler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5250" y="1750833"/>
            <a:ext cx="5352808" cy="838941"/>
          </a:xfrm>
          <a:custGeom>
            <a:avLst/>
            <a:gdLst/>
            <a:ahLst/>
            <a:cxnLst/>
            <a:rect l="l" t="t" r="r" b="b"/>
            <a:pathLst>
              <a:path w="5352808" h="838941">
                <a:moveTo>
                  <a:pt x="0" y="0"/>
                </a:moveTo>
                <a:lnTo>
                  <a:pt x="5352808" y="0"/>
                </a:lnTo>
                <a:lnTo>
                  <a:pt x="5352808" y="838941"/>
                </a:lnTo>
                <a:lnTo>
                  <a:pt x="0" y="83894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4677" y="1860260"/>
            <a:ext cx="520690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DDoS / SYN Flood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4677" y="2079114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Çok sayıda bağlantı isteği ile sistemi kilitleme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677" y="2297969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Korunma:</a:t>
            </a:r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SYN cookies, rate limiting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5250" y="2662726"/>
            <a:ext cx="5352808" cy="838941"/>
          </a:xfrm>
          <a:custGeom>
            <a:avLst/>
            <a:gdLst/>
            <a:ahLst/>
            <a:cxnLst/>
            <a:rect l="l" t="t" r="r" b="b"/>
            <a:pathLst>
              <a:path w="5352808" h="838941">
                <a:moveTo>
                  <a:pt x="0" y="0"/>
                </a:moveTo>
                <a:lnTo>
                  <a:pt x="5352808" y="0"/>
                </a:lnTo>
                <a:lnTo>
                  <a:pt x="5352808" y="838941"/>
                </a:lnTo>
                <a:lnTo>
                  <a:pt x="0" y="83894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4677" y="2772153"/>
            <a:ext cx="520690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Spoofing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4677" y="2991007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Sahte IP adresleri ile saldırılar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4677" y="3209861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Korunma:</a:t>
            </a:r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Reverse path filtering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5250" y="3574618"/>
            <a:ext cx="5352808" cy="838941"/>
          </a:xfrm>
          <a:custGeom>
            <a:avLst/>
            <a:gdLst/>
            <a:ahLst/>
            <a:cxnLst/>
            <a:rect l="l" t="t" r="r" b="b"/>
            <a:pathLst>
              <a:path w="5352808" h="838941">
                <a:moveTo>
                  <a:pt x="0" y="0"/>
                </a:moveTo>
                <a:lnTo>
                  <a:pt x="5352808" y="0"/>
                </a:lnTo>
                <a:lnTo>
                  <a:pt x="5352808" y="838941"/>
                </a:lnTo>
                <a:lnTo>
                  <a:pt x="0" y="83894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4677" y="3684045"/>
            <a:ext cx="520690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 Poisoning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677" y="3902899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Yanlış ARP yanıtları ile MITM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677" y="4121753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Korunma:</a:t>
            </a:r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Static ARP, dynamic ARP inspection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2052" y="4668889"/>
            <a:ext cx="5651908" cy="2188542"/>
          </a:xfrm>
          <a:custGeom>
            <a:avLst/>
            <a:gdLst/>
            <a:ahLst/>
            <a:cxnLst/>
            <a:rect l="l" t="t" r="r" b="b"/>
            <a:pathLst>
              <a:path w="5651908" h="2188542">
                <a:moveTo>
                  <a:pt x="0" y="0"/>
                </a:moveTo>
                <a:lnTo>
                  <a:pt x="5651908" y="0"/>
                </a:lnTo>
                <a:lnTo>
                  <a:pt x="5651908" y="2188542"/>
                </a:lnTo>
                <a:lnTo>
                  <a:pt x="0" y="2188542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72052" y="4668889"/>
            <a:ext cx="14590" cy="2188542"/>
          </a:xfrm>
          <a:custGeom>
            <a:avLst/>
            <a:gdLst/>
            <a:ahLst/>
            <a:cxnLst/>
            <a:rect l="l" t="t" r="r" b="b"/>
            <a:pathLst>
              <a:path w="14590" h="2188542">
                <a:moveTo>
                  <a:pt x="0" y="0"/>
                </a:moveTo>
                <a:lnTo>
                  <a:pt x="14590" y="0"/>
                </a:lnTo>
                <a:lnTo>
                  <a:pt x="14590" y="2188542"/>
                </a:lnTo>
                <a:lnTo>
                  <a:pt x="0" y="2188542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2" name="Text 20"/>
          <p:cNvSpPr/>
          <p:nvPr/>
        </p:nvSpPr>
        <p:spPr>
          <a:xfrm>
            <a:off x="525250" y="4814791"/>
            <a:ext cx="543487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Güvenlik Araçları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5250" y="5143073"/>
            <a:ext cx="5352808" cy="474184"/>
          </a:xfrm>
          <a:custGeom>
            <a:avLst/>
            <a:gdLst/>
            <a:ahLst/>
            <a:cxnLst/>
            <a:rect l="l" t="t" r="r" b="b"/>
            <a:pathLst>
              <a:path w="5352808" h="474184">
                <a:moveTo>
                  <a:pt x="0" y="0"/>
                </a:moveTo>
                <a:lnTo>
                  <a:pt x="5352808" y="0"/>
                </a:lnTo>
                <a:lnTo>
                  <a:pt x="5352808" y="474184"/>
                </a:lnTo>
                <a:lnTo>
                  <a:pt x="0" y="47418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8201" y="5216024"/>
            <a:ext cx="527073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fail2ban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201" y="5398402"/>
            <a:ext cx="5261619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Brute-force koruması ve IP ban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5250" y="5690083"/>
            <a:ext cx="5352808" cy="474184"/>
          </a:xfrm>
          <a:custGeom>
            <a:avLst/>
            <a:gdLst/>
            <a:ahLst/>
            <a:cxnLst/>
            <a:rect l="l" t="t" r="r" b="b"/>
            <a:pathLst>
              <a:path w="5352808" h="474184">
                <a:moveTo>
                  <a:pt x="0" y="0"/>
                </a:moveTo>
                <a:lnTo>
                  <a:pt x="5352808" y="0"/>
                </a:lnTo>
                <a:lnTo>
                  <a:pt x="5352808" y="474184"/>
                </a:lnTo>
                <a:lnTo>
                  <a:pt x="0" y="47418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8201" y="5763035"/>
            <a:ext cx="527073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AIDE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8201" y="5945413"/>
            <a:ext cx="5261619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integrity monitoring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5250" y="6237112"/>
            <a:ext cx="5352808" cy="474184"/>
          </a:xfrm>
          <a:custGeom>
            <a:avLst/>
            <a:gdLst/>
            <a:ahLst/>
            <a:cxnLst/>
            <a:rect l="l" t="t" r="r" b="b"/>
            <a:pathLst>
              <a:path w="5352808" h="474184">
                <a:moveTo>
                  <a:pt x="0" y="0"/>
                </a:moveTo>
                <a:lnTo>
                  <a:pt x="5352808" y="0"/>
                </a:lnTo>
                <a:lnTo>
                  <a:pt x="5352808" y="474184"/>
                </a:lnTo>
                <a:lnTo>
                  <a:pt x="0" y="47418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8201" y="6310063"/>
            <a:ext cx="527073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SELinux/AppArmor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8201" y="6492442"/>
            <a:ext cx="5261619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Mandatory Access Control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5677" y="1276649"/>
            <a:ext cx="5651908" cy="5580781"/>
          </a:xfrm>
          <a:custGeom>
            <a:avLst/>
            <a:gdLst/>
            <a:ahLst/>
            <a:cxnLst/>
            <a:rect l="l" t="t" r="r" b="b"/>
            <a:pathLst>
              <a:path w="5651908" h="5580781">
                <a:moveTo>
                  <a:pt x="0" y="0"/>
                </a:moveTo>
                <a:lnTo>
                  <a:pt x="5651908" y="0"/>
                </a:lnTo>
                <a:lnTo>
                  <a:pt x="5651908" y="5580781"/>
                </a:lnTo>
                <a:lnTo>
                  <a:pt x="0" y="5580781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175677" y="1276649"/>
            <a:ext cx="14590" cy="5580781"/>
          </a:xfrm>
          <a:custGeom>
            <a:avLst/>
            <a:gdLst/>
            <a:ahLst/>
            <a:cxnLst/>
            <a:rect l="l" t="t" r="r" b="b"/>
            <a:pathLst>
              <a:path w="14590" h="5580781">
                <a:moveTo>
                  <a:pt x="0" y="0"/>
                </a:moveTo>
                <a:lnTo>
                  <a:pt x="14590" y="0"/>
                </a:lnTo>
                <a:lnTo>
                  <a:pt x="14590" y="5580781"/>
                </a:lnTo>
                <a:lnTo>
                  <a:pt x="0" y="558078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4" name="Text 32"/>
          <p:cNvSpPr/>
          <p:nvPr/>
        </p:nvSpPr>
        <p:spPr>
          <a:xfrm>
            <a:off x="6328875" y="1422552"/>
            <a:ext cx="544399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Korunma Stratejileri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8875" y="1787309"/>
            <a:ext cx="5352808" cy="1349601"/>
          </a:xfrm>
          <a:custGeom>
            <a:avLst/>
            <a:gdLst/>
            <a:ahLst/>
            <a:cxnLst/>
            <a:rect l="l" t="t" r="r" b="b"/>
            <a:pathLst>
              <a:path w="5352808" h="1349601">
                <a:moveTo>
                  <a:pt x="0" y="0"/>
                </a:moveTo>
                <a:lnTo>
                  <a:pt x="5352808" y="0"/>
                </a:lnTo>
                <a:lnTo>
                  <a:pt x="5352808" y="1349601"/>
                </a:lnTo>
                <a:lnTo>
                  <a:pt x="0" y="134960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56540" y="1933212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66255" y="1482"/>
                </a:moveTo>
                <a:cubicBezTo>
                  <a:pt x="70501" y="-484"/>
                  <a:pt x="75402" y="-484"/>
                  <a:pt x="79648" y="1482"/>
                </a:cubicBezTo>
                <a:lnTo>
                  <a:pt x="141942" y="30263"/>
                </a:lnTo>
                <a:cubicBezTo>
                  <a:pt x="144364" y="31375"/>
                  <a:pt x="145903" y="33797"/>
                  <a:pt x="145903" y="36476"/>
                </a:cubicBezTo>
                <a:cubicBezTo>
                  <a:pt x="145903" y="39154"/>
                  <a:pt x="144364" y="41577"/>
                  <a:pt x="141942" y="42688"/>
                </a:cubicBezTo>
                <a:lnTo>
                  <a:pt x="79648" y="71470"/>
                </a:lnTo>
                <a:cubicBezTo>
                  <a:pt x="75402" y="73436"/>
                  <a:pt x="70501" y="73436"/>
                  <a:pt x="66255" y="71470"/>
                </a:cubicBezTo>
                <a:lnTo>
                  <a:pt x="3961" y="42688"/>
                </a:lnTo>
                <a:cubicBezTo>
                  <a:pt x="1539" y="41548"/>
                  <a:pt x="0" y="39126"/>
                  <a:pt x="0" y="36476"/>
                </a:cubicBezTo>
                <a:cubicBezTo>
                  <a:pt x="0" y="33826"/>
                  <a:pt x="1539" y="31375"/>
                  <a:pt x="3961" y="30263"/>
                </a:cubicBezTo>
                <a:lnTo>
                  <a:pt x="66255" y="1482"/>
                </a:lnTo>
                <a:close/>
                <a:moveTo>
                  <a:pt x="13707" y="62237"/>
                </a:moveTo>
                <a:lnTo>
                  <a:pt x="60527" y="83866"/>
                </a:lnTo>
                <a:cubicBezTo>
                  <a:pt x="68420" y="87513"/>
                  <a:pt x="77511" y="87513"/>
                  <a:pt x="85404" y="83866"/>
                </a:cubicBezTo>
                <a:lnTo>
                  <a:pt x="132224" y="62237"/>
                </a:lnTo>
                <a:lnTo>
                  <a:pt x="141942" y="66739"/>
                </a:lnTo>
                <a:cubicBezTo>
                  <a:pt x="144364" y="67850"/>
                  <a:pt x="145903" y="70273"/>
                  <a:pt x="145903" y="72951"/>
                </a:cubicBezTo>
                <a:cubicBezTo>
                  <a:pt x="145903" y="75630"/>
                  <a:pt x="144364" y="78052"/>
                  <a:pt x="141942" y="79164"/>
                </a:cubicBezTo>
                <a:lnTo>
                  <a:pt x="79648" y="107945"/>
                </a:lnTo>
                <a:cubicBezTo>
                  <a:pt x="75402" y="109912"/>
                  <a:pt x="70501" y="109912"/>
                  <a:pt x="66255" y="107945"/>
                </a:cubicBezTo>
                <a:lnTo>
                  <a:pt x="3961" y="79164"/>
                </a:lnTo>
                <a:cubicBezTo>
                  <a:pt x="1539" y="78024"/>
                  <a:pt x="0" y="75602"/>
                  <a:pt x="0" y="72951"/>
                </a:cubicBezTo>
                <a:cubicBezTo>
                  <a:pt x="0" y="70301"/>
                  <a:pt x="1539" y="67850"/>
                  <a:pt x="3961" y="66739"/>
                </a:cubicBezTo>
                <a:lnTo>
                  <a:pt x="13678" y="62237"/>
                </a:lnTo>
                <a:close/>
                <a:moveTo>
                  <a:pt x="3961" y="103215"/>
                </a:moveTo>
                <a:lnTo>
                  <a:pt x="13678" y="98712"/>
                </a:lnTo>
                <a:lnTo>
                  <a:pt x="60498" y="120341"/>
                </a:lnTo>
                <a:cubicBezTo>
                  <a:pt x="68392" y="123989"/>
                  <a:pt x="77482" y="123989"/>
                  <a:pt x="85376" y="120341"/>
                </a:cubicBezTo>
                <a:lnTo>
                  <a:pt x="132196" y="98712"/>
                </a:lnTo>
                <a:lnTo>
                  <a:pt x="141913" y="103215"/>
                </a:lnTo>
                <a:cubicBezTo>
                  <a:pt x="144335" y="104326"/>
                  <a:pt x="145874" y="106748"/>
                  <a:pt x="145874" y="109427"/>
                </a:cubicBezTo>
                <a:cubicBezTo>
                  <a:pt x="145874" y="112106"/>
                  <a:pt x="144335" y="114528"/>
                  <a:pt x="141913" y="115639"/>
                </a:cubicBezTo>
                <a:lnTo>
                  <a:pt x="79620" y="144421"/>
                </a:lnTo>
                <a:cubicBezTo>
                  <a:pt x="75374" y="146387"/>
                  <a:pt x="70472" y="146387"/>
                  <a:pt x="66226" y="144421"/>
                </a:cubicBezTo>
                <a:lnTo>
                  <a:pt x="3961" y="115639"/>
                </a:lnTo>
                <a:cubicBezTo>
                  <a:pt x="1539" y="114499"/>
                  <a:pt x="0" y="112077"/>
                  <a:pt x="0" y="109427"/>
                </a:cubicBezTo>
                <a:cubicBezTo>
                  <a:pt x="0" y="106777"/>
                  <a:pt x="1539" y="104326"/>
                  <a:pt x="3961" y="103215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7" name="Text 35"/>
          <p:cNvSpPr/>
          <p:nvPr/>
        </p:nvSpPr>
        <p:spPr>
          <a:xfrm>
            <a:off x="6693632" y="1896736"/>
            <a:ext cx="124929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Katmanlı Savunma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38302" y="2188542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Firewall (network seviyesi)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38302" y="2407396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IDS/IPS sistemleri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38302" y="2626250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Endpoint protection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38302" y="2845104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Log ve monitoring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28875" y="3246337"/>
            <a:ext cx="5352808" cy="1349601"/>
          </a:xfrm>
          <a:custGeom>
            <a:avLst/>
            <a:gdLst/>
            <a:ahLst/>
            <a:cxnLst/>
            <a:rect l="l" t="t" r="r" b="b"/>
            <a:pathLst>
              <a:path w="5352808" h="1349601">
                <a:moveTo>
                  <a:pt x="0" y="0"/>
                </a:moveTo>
                <a:lnTo>
                  <a:pt x="5352808" y="0"/>
                </a:lnTo>
                <a:lnTo>
                  <a:pt x="5352808" y="1349601"/>
                </a:lnTo>
                <a:lnTo>
                  <a:pt x="0" y="134960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56540" y="3392239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36812" y="54714"/>
                </a:moveTo>
                <a:lnTo>
                  <a:pt x="139064" y="54714"/>
                </a:lnTo>
                <a:cubicBezTo>
                  <a:pt x="142854" y="54714"/>
                  <a:pt x="145903" y="51664"/>
                  <a:pt x="145903" y="47874"/>
                </a:cubicBezTo>
                <a:lnTo>
                  <a:pt x="145903" y="6839"/>
                </a:lnTo>
                <a:cubicBezTo>
                  <a:pt x="145903" y="4075"/>
                  <a:pt x="144250" y="1567"/>
                  <a:pt x="141685" y="513"/>
                </a:cubicBezTo>
                <a:cubicBezTo>
                  <a:pt x="139121" y="-541"/>
                  <a:pt x="136185" y="57"/>
                  <a:pt x="134219" y="1995"/>
                </a:cubicBezTo>
                <a:lnTo>
                  <a:pt x="119486" y="16756"/>
                </a:lnTo>
                <a:cubicBezTo>
                  <a:pt x="106862" y="6298"/>
                  <a:pt x="90619" y="0"/>
                  <a:pt x="72951" y="0"/>
                </a:cubicBezTo>
                <a:cubicBezTo>
                  <a:pt x="36191" y="0"/>
                  <a:pt x="5785" y="27186"/>
                  <a:pt x="741" y="62550"/>
                </a:cubicBezTo>
                <a:cubicBezTo>
                  <a:pt x="28" y="67537"/>
                  <a:pt x="3477" y="72153"/>
                  <a:pt x="8464" y="72866"/>
                </a:cubicBezTo>
                <a:cubicBezTo>
                  <a:pt x="13450" y="73578"/>
                  <a:pt x="18067" y="70102"/>
                  <a:pt x="18779" y="65143"/>
                </a:cubicBezTo>
                <a:cubicBezTo>
                  <a:pt x="22569" y="38613"/>
                  <a:pt x="45395" y="18238"/>
                  <a:pt x="72951" y="18238"/>
                </a:cubicBezTo>
                <a:cubicBezTo>
                  <a:pt x="85604" y="18238"/>
                  <a:pt x="97231" y="22512"/>
                  <a:pt x="106492" y="29722"/>
                </a:cubicBezTo>
                <a:lnTo>
                  <a:pt x="93184" y="43030"/>
                </a:lnTo>
                <a:cubicBezTo>
                  <a:pt x="91218" y="44996"/>
                  <a:pt x="90648" y="47931"/>
                  <a:pt x="91702" y="50496"/>
                </a:cubicBezTo>
                <a:cubicBezTo>
                  <a:pt x="92757" y="53061"/>
                  <a:pt x="95264" y="54714"/>
                  <a:pt x="98028" y="54714"/>
                </a:cubicBezTo>
                <a:lnTo>
                  <a:pt x="136812" y="54714"/>
                </a:lnTo>
                <a:close/>
                <a:moveTo>
                  <a:pt x="145190" y="83353"/>
                </a:moveTo>
                <a:cubicBezTo>
                  <a:pt x="145903" y="78366"/>
                  <a:pt x="142426" y="73749"/>
                  <a:pt x="137468" y="73037"/>
                </a:cubicBezTo>
                <a:cubicBezTo>
                  <a:pt x="132509" y="72324"/>
                  <a:pt x="127864" y="75801"/>
                  <a:pt x="127152" y="80759"/>
                </a:cubicBezTo>
                <a:cubicBezTo>
                  <a:pt x="123362" y="107261"/>
                  <a:pt x="100536" y="127636"/>
                  <a:pt x="72980" y="127636"/>
                </a:cubicBezTo>
                <a:cubicBezTo>
                  <a:pt x="60327" y="127636"/>
                  <a:pt x="48701" y="123362"/>
                  <a:pt x="39439" y="116152"/>
                </a:cubicBezTo>
                <a:lnTo>
                  <a:pt x="52719" y="102873"/>
                </a:lnTo>
                <a:cubicBezTo>
                  <a:pt x="54685" y="100907"/>
                  <a:pt x="55255" y="97971"/>
                  <a:pt x="54201" y="95407"/>
                </a:cubicBezTo>
                <a:cubicBezTo>
                  <a:pt x="53146" y="92842"/>
                  <a:pt x="50639" y="91189"/>
                  <a:pt x="47874" y="91189"/>
                </a:cubicBezTo>
                <a:lnTo>
                  <a:pt x="6839" y="91189"/>
                </a:lnTo>
                <a:cubicBezTo>
                  <a:pt x="3049" y="91189"/>
                  <a:pt x="0" y="94238"/>
                  <a:pt x="0" y="98028"/>
                </a:cubicBezTo>
                <a:lnTo>
                  <a:pt x="0" y="139064"/>
                </a:lnTo>
                <a:cubicBezTo>
                  <a:pt x="0" y="141828"/>
                  <a:pt x="1653" y="144335"/>
                  <a:pt x="4218" y="145390"/>
                </a:cubicBezTo>
                <a:cubicBezTo>
                  <a:pt x="6782" y="146444"/>
                  <a:pt x="9717" y="145846"/>
                  <a:pt x="11684" y="143908"/>
                </a:cubicBezTo>
                <a:lnTo>
                  <a:pt x="26445" y="129147"/>
                </a:lnTo>
                <a:cubicBezTo>
                  <a:pt x="39040" y="139605"/>
                  <a:pt x="55283" y="145903"/>
                  <a:pt x="72951" y="145903"/>
                </a:cubicBezTo>
                <a:cubicBezTo>
                  <a:pt x="109712" y="145903"/>
                  <a:pt x="140118" y="118717"/>
                  <a:pt x="145162" y="83353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4" name="Text 42"/>
          <p:cNvSpPr/>
          <p:nvPr/>
        </p:nvSpPr>
        <p:spPr>
          <a:xfrm>
            <a:off x="6693632" y="3355764"/>
            <a:ext cx="116722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Proaktif Önlemler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38302" y="3647569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Düzenli güvenlik güncellemeleri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38302" y="3866423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Penetration testing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38302" y="4085277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Vulnerability scanning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38302" y="4304132"/>
            <a:ext cx="519778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Security auditing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8875" y="4705364"/>
            <a:ext cx="5352808" cy="401233"/>
          </a:xfrm>
          <a:custGeom>
            <a:avLst/>
            <a:gdLst/>
            <a:ahLst/>
            <a:cxnLst/>
            <a:rect l="l" t="t" r="r" b="b"/>
            <a:pathLst>
              <a:path w="5352808" h="401233">
                <a:moveTo>
                  <a:pt x="0" y="0"/>
                </a:moveTo>
                <a:lnTo>
                  <a:pt x="5352808" y="0"/>
                </a:lnTo>
                <a:lnTo>
                  <a:pt x="5352808" y="401233"/>
                </a:lnTo>
                <a:lnTo>
                  <a:pt x="0" y="401233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56540" y="4836680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63832" y="0"/>
                </a:moveTo>
                <a:cubicBezTo>
                  <a:pt x="67498" y="0"/>
                  <a:pt x="70864" y="2020"/>
                  <a:pt x="72609" y="5236"/>
                </a:cubicBezTo>
                <a:lnTo>
                  <a:pt x="126468" y="104974"/>
                </a:lnTo>
                <a:cubicBezTo>
                  <a:pt x="128139" y="108066"/>
                  <a:pt x="128064" y="111807"/>
                  <a:pt x="126269" y="114824"/>
                </a:cubicBezTo>
                <a:cubicBezTo>
                  <a:pt x="124473" y="117841"/>
                  <a:pt x="121207" y="119686"/>
                  <a:pt x="117691" y="119686"/>
                </a:cubicBezTo>
                <a:lnTo>
                  <a:pt x="9974" y="119686"/>
                </a:lnTo>
                <a:cubicBezTo>
                  <a:pt x="6458" y="119686"/>
                  <a:pt x="3217" y="117841"/>
                  <a:pt x="1396" y="114824"/>
                </a:cubicBezTo>
                <a:cubicBezTo>
                  <a:pt x="-424" y="111807"/>
                  <a:pt x="-474" y="108066"/>
                  <a:pt x="1197" y="104974"/>
                </a:cubicBezTo>
                <a:lnTo>
                  <a:pt x="55055" y="5236"/>
                </a:lnTo>
                <a:cubicBezTo>
                  <a:pt x="56801" y="2020"/>
                  <a:pt x="60167" y="0"/>
                  <a:pt x="63832" y="0"/>
                </a:cubicBezTo>
                <a:close/>
                <a:moveTo>
                  <a:pt x="63832" y="41890"/>
                </a:moveTo>
                <a:cubicBezTo>
                  <a:pt x="60516" y="41890"/>
                  <a:pt x="57848" y="44558"/>
                  <a:pt x="57848" y="47874"/>
                </a:cubicBezTo>
                <a:lnTo>
                  <a:pt x="57848" y="75801"/>
                </a:lnTo>
                <a:cubicBezTo>
                  <a:pt x="57848" y="79117"/>
                  <a:pt x="60516" y="81785"/>
                  <a:pt x="63832" y="81785"/>
                </a:cubicBezTo>
                <a:cubicBezTo>
                  <a:pt x="67149" y="81785"/>
                  <a:pt x="69817" y="79117"/>
                  <a:pt x="69817" y="75801"/>
                </a:cubicBezTo>
                <a:lnTo>
                  <a:pt x="69817" y="47874"/>
                </a:lnTo>
                <a:cubicBezTo>
                  <a:pt x="69817" y="44558"/>
                  <a:pt x="67149" y="41890"/>
                  <a:pt x="63832" y="41890"/>
                </a:cubicBezTo>
                <a:close/>
                <a:moveTo>
                  <a:pt x="70490" y="95749"/>
                </a:moveTo>
                <a:cubicBezTo>
                  <a:pt x="70641" y="93277"/>
                  <a:pt x="69409" y="90926"/>
                  <a:pt x="67291" y="89645"/>
                </a:cubicBezTo>
                <a:cubicBezTo>
                  <a:pt x="65172" y="88364"/>
                  <a:pt x="62518" y="88364"/>
                  <a:pt x="60399" y="89645"/>
                </a:cubicBezTo>
                <a:cubicBezTo>
                  <a:pt x="58281" y="90926"/>
                  <a:pt x="57048" y="93277"/>
                  <a:pt x="57200" y="95749"/>
                </a:cubicBezTo>
                <a:cubicBezTo>
                  <a:pt x="57048" y="98220"/>
                  <a:pt x="58281" y="100571"/>
                  <a:pt x="60399" y="101852"/>
                </a:cubicBezTo>
                <a:cubicBezTo>
                  <a:pt x="62518" y="103134"/>
                  <a:pt x="65172" y="103134"/>
                  <a:pt x="67291" y="101852"/>
                </a:cubicBezTo>
                <a:cubicBezTo>
                  <a:pt x="69409" y="100571"/>
                  <a:pt x="70641" y="98220"/>
                  <a:pt x="70490" y="95749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1" name="Text 49"/>
          <p:cNvSpPr/>
          <p:nvPr/>
        </p:nvSpPr>
        <p:spPr>
          <a:xfrm>
            <a:off x="6654823" y="4814791"/>
            <a:ext cx="4981265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Trust:</a:t>
            </a:r>
            <a:pPr>
              <a:lnSpc>
                <a:spcPct val="120000"/>
              </a:lnSpc>
            </a:pPr>
            <a:r>
              <a:rPr lang="en-US" sz="100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Hiçbir bağlantıya otomatik güvenmeyin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Bölüm 06 · Güvenlik Konuları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Güvenli Uzaktan Erişim ve VPN Konfigürasyonu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" y="1333500"/>
            <a:ext cx="5627370" cy="3238500"/>
          </a:xfrm>
          <a:custGeom>
            <a:avLst/>
            <a:gdLst/>
            <a:ahLst/>
            <a:cxnLst/>
            <a:rect l="l" t="t" r="r" b="b"/>
            <a:pathLst>
              <a:path w="5627370" h="3238500">
                <a:moveTo>
                  <a:pt x="0" y="0"/>
                </a:moveTo>
                <a:lnTo>
                  <a:pt x="5627370" y="0"/>
                </a:lnTo>
                <a:lnTo>
                  <a:pt x="562737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8620" y="1333500"/>
            <a:ext cx="15240" cy="3238500"/>
          </a:xfrm>
          <a:custGeom>
            <a:avLst/>
            <a:gdLst/>
            <a:ahLst/>
            <a:cxnLst/>
            <a:rect l="l" t="t" r="r" b="b"/>
            <a:pathLst>
              <a:path w="15240" h="3238500">
                <a:moveTo>
                  <a:pt x="0" y="0"/>
                </a:moveTo>
                <a:lnTo>
                  <a:pt x="15240" y="0"/>
                </a:lnTo>
                <a:lnTo>
                  <a:pt x="1524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85900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SSH Hardening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14950" cy="1638300"/>
          </a:xfrm>
          <a:custGeom>
            <a:avLst/>
            <a:gdLst/>
            <a:ahLst/>
            <a:cxnLst/>
            <a:rect l="l" t="t" r="r" b="b"/>
            <a:pathLst>
              <a:path w="5314950" h="1638300">
                <a:moveTo>
                  <a:pt x="0" y="0"/>
                </a:moveTo>
                <a:lnTo>
                  <a:pt x="5314950" y="0"/>
                </a:lnTo>
                <a:lnTo>
                  <a:pt x="531495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2940" y="1943100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/etc/ssh/sshd_config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" y="2247900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 2222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" y="2438288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PermitRootLogin no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" y="2628658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PasswordAuthentication 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" y="2819047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PubkeyAuthentication yes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" y="3009416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MaxAuthTries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" y="3199805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ClientAliveInterval 300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42593"/>
            <a:ext cx="5314950" cy="876300"/>
          </a:xfrm>
          <a:custGeom>
            <a:avLst/>
            <a:gdLst/>
            <a:ahLst/>
            <a:cxnLst/>
            <a:rect l="l" t="t" r="r" b="b"/>
            <a:pathLst>
              <a:path w="5314950" h="876300">
                <a:moveTo>
                  <a:pt x="0" y="0"/>
                </a:moveTo>
                <a:lnTo>
                  <a:pt x="5314950" y="0"/>
                </a:lnTo>
                <a:lnTo>
                  <a:pt x="53149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" y="3656893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Key-based Authentication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" y="3961693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ssh-keygen -t ed25519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" y="4152063"/>
            <a:ext cx="514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ssh-copy-id user@host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8620" y="4685351"/>
            <a:ext cx="5627370" cy="1866900"/>
          </a:xfrm>
          <a:custGeom>
            <a:avLst/>
            <a:gdLst/>
            <a:ahLst/>
            <a:cxnLst/>
            <a:rect l="l" t="t" r="r" b="b"/>
            <a:pathLst>
              <a:path w="5627370" h="1866900">
                <a:moveTo>
                  <a:pt x="0" y="0"/>
                </a:moveTo>
                <a:lnTo>
                  <a:pt x="5627370" y="0"/>
                </a:lnTo>
                <a:lnTo>
                  <a:pt x="562737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88620" y="4685351"/>
            <a:ext cx="15240" cy="1866900"/>
          </a:xfrm>
          <a:custGeom>
            <a:avLst/>
            <a:gdLst/>
            <a:ahLst/>
            <a:cxnLst/>
            <a:rect l="l" t="t" r="r" b="b"/>
            <a:pathLst>
              <a:path w="15240" h="1866900">
                <a:moveTo>
                  <a:pt x="0" y="0"/>
                </a:moveTo>
                <a:lnTo>
                  <a:pt x="15240" y="0"/>
                </a:lnTo>
                <a:lnTo>
                  <a:pt x="15240" y="1866900"/>
                </a:lnTo>
                <a:lnTo>
                  <a:pt x="0" y="18669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37751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SSH Agent Forwarding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180651"/>
            <a:ext cx="5314950" cy="1143000"/>
          </a:xfrm>
          <a:custGeom>
            <a:avLst/>
            <a:gdLst/>
            <a:ahLst/>
            <a:cxnLst/>
            <a:rect l="l" t="t" r="r" b="b"/>
            <a:pathLst>
              <a:path w="5314950" h="1143000">
                <a:moveTo>
                  <a:pt x="0" y="0"/>
                </a:moveTo>
                <a:lnTo>
                  <a:pt x="5314950" y="0"/>
                </a:lnTo>
                <a:lnTo>
                  <a:pt x="53149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180651"/>
            <a:ext cx="5372100" cy="11430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Local machine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 ssh-add ~/.ssh/id_ed25519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 ssh -A user@bastion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Bastion host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 ssh user@internal-server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9820" y="1333500"/>
            <a:ext cx="5627370" cy="2781300"/>
          </a:xfrm>
          <a:custGeom>
            <a:avLst/>
            <a:gdLst/>
            <a:ahLst/>
            <a:cxnLst/>
            <a:rect l="l" t="t" r="r" b="b"/>
            <a:pathLst>
              <a:path w="5627370" h="2781300">
                <a:moveTo>
                  <a:pt x="0" y="0"/>
                </a:moveTo>
                <a:lnTo>
                  <a:pt x="5627370" y="0"/>
                </a:lnTo>
                <a:lnTo>
                  <a:pt x="5627370" y="2781300"/>
                </a:lnTo>
                <a:lnTo>
                  <a:pt x="0" y="27813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179820" y="1333500"/>
            <a:ext cx="15240" cy="2781300"/>
          </a:xfrm>
          <a:custGeom>
            <a:avLst/>
            <a:gdLst/>
            <a:ahLst/>
            <a:cxnLst/>
            <a:rect l="l" t="t" r="r" b="b"/>
            <a:pathLst>
              <a:path w="15240" h="2781300">
                <a:moveTo>
                  <a:pt x="0" y="0"/>
                </a:moveTo>
                <a:lnTo>
                  <a:pt x="15240" y="0"/>
                </a:lnTo>
                <a:lnTo>
                  <a:pt x="15240" y="2781300"/>
                </a:lnTo>
                <a:lnTo>
                  <a:pt x="0" y="27813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7" name="Text 25"/>
          <p:cNvSpPr/>
          <p:nvPr/>
        </p:nvSpPr>
        <p:spPr>
          <a:xfrm>
            <a:off x="6339840" y="1485900"/>
            <a:ext cx="541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VPN Çözümleri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9840" y="1828800"/>
            <a:ext cx="5314950" cy="1371600"/>
          </a:xfrm>
          <a:custGeom>
            <a:avLst/>
            <a:gdLst/>
            <a:ahLst/>
            <a:cxnLst/>
            <a:rect l="l" t="t" r="r" b="b"/>
            <a:pathLst>
              <a:path w="5314950" h="1371600">
                <a:moveTo>
                  <a:pt x="0" y="0"/>
                </a:moveTo>
                <a:lnTo>
                  <a:pt x="5314950" y="0"/>
                </a:lnTo>
                <a:lnTo>
                  <a:pt x="53149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54140" y="1943100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WireGuard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4140" y="22098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Modern, hafif ve hızlı VPN protokolü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54140" y="2476500"/>
            <a:ext cx="5143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[Interface]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PrivateKey = xxx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 = 10.0.0.1/24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7E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ListenPort = 51820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9840" y="3276116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0" y="0"/>
                </a:moveTo>
                <a:lnTo>
                  <a:pt x="5314950" y="0"/>
                </a:lnTo>
                <a:lnTo>
                  <a:pt x="531495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54140" y="3390416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OpenVPN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4140" y="3657116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Geleneksel ve güvenilir SSL/TLS VPN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9820" y="4228616"/>
            <a:ext cx="5627370" cy="2324100"/>
          </a:xfrm>
          <a:custGeom>
            <a:avLst/>
            <a:gdLst/>
            <a:ahLst/>
            <a:cxnLst/>
            <a:rect l="l" t="t" r="r" b="b"/>
            <a:pathLst>
              <a:path w="5627370" h="2324100">
                <a:moveTo>
                  <a:pt x="0" y="0"/>
                </a:moveTo>
                <a:lnTo>
                  <a:pt x="5627370" y="0"/>
                </a:lnTo>
                <a:lnTo>
                  <a:pt x="562737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79820" y="4228616"/>
            <a:ext cx="15240" cy="2324100"/>
          </a:xfrm>
          <a:custGeom>
            <a:avLst/>
            <a:gdLst/>
            <a:ahLst/>
            <a:cxnLst/>
            <a:rect l="l" t="t" r="r" b="b"/>
            <a:pathLst>
              <a:path w="15240" h="2324100">
                <a:moveTo>
                  <a:pt x="0" y="0"/>
                </a:moveTo>
                <a:lnTo>
                  <a:pt x="15240" y="0"/>
                </a:lnTo>
                <a:lnTo>
                  <a:pt x="1524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7" name="Text 35"/>
          <p:cNvSpPr/>
          <p:nvPr/>
        </p:nvSpPr>
        <p:spPr>
          <a:xfrm>
            <a:off x="6339840" y="4381016"/>
            <a:ext cx="540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Bastion Host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9840" y="4723916"/>
            <a:ext cx="5314950" cy="495300"/>
          </a:xfrm>
          <a:custGeom>
            <a:avLst/>
            <a:gdLst/>
            <a:ahLst/>
            <a:cxnLst/>
            <a:rect l="l" t="t" r="r" b="b"/>
            <a:pathLst>
              <a:path w="5314950" h="495300">
                <a:moveTo>
                  <a:pt x="0" y="0"/>
                </a:moveTo>
                <a:lnTo>
                  <a:pt x="5314950" y="0"/>
                </a:lnTo>
                <a:lnTo>
                  <a:pt x="531495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16040" y="4800116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Amaç: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6040" y="4990616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İç ağa güvenli erişim için atlama tahtası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9840" y="5295305"/>
            <a:ext cx="5314950" cy="1104900"/>
          </a:xfrm>
          <a:custGeom>
            <a:avLst/>
            <a:gdLst/>
            <a:ahLst/>
            <a:cxnLst/>
            <a:rect l="l" t="t" r="r" b="b"/>
            <a:pathLst>
              <a:path w="5314950" h="1104900">
                <a:moveTo>
                  <a:pt x="0" y="0"/>
                </a:moveTo>
                <a:lnTo>
                  <a:pt x="5314950" y="0"/>
                </a:lnTo>
                <a:lnTo>
                  <a:pt x="531495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16040" y="5371505"/>
            <a:ext cx="522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Özellikler: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16040" y="5600105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Hardened SSH konfigürasyonu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16040" y="5790493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2FA/MFA desteği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16040" y="5980863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Session logging ve monitoring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16040" y="6171251"/>
            <a:ext cx="521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IP whitelist/blacklist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template.net/4180d815756a703bc0dce3b04f167e87302df30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76" b="1276"/>
          <a:stretch/>
        </p:blipFill>
        <p:spPr>
          <a:xfrm>
            <a:off x="0" y="0"/>
            <a:ext cx="12192000" cy="738587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385878"/>
          </a:xfrm>
          <a:custGeom>
            <a:avLst/>
            <a:gdLst/>
            <a:ahLst/>
            <a:cxnLst/>
            <a:rect l="l" t="t" r="r" b="b"/>
            <a:pathLst>
              <a:path w="12192000" h="7385878">
                <a:moveTo>
                  <a:pt x="0" y="0"/>
                </a:moveTo>
                <a:lnTo>
                  <a:pt x="12192000" y="0"/>
                </a:lnTo>
                <a:lnTo>
                  <a:pt x="12192000" y="7385878"/>
                </a:lnTo>
                <a:lnTo>
                  <a:pt x="0" y="7385878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56925" y="445273"/>
            <a:ext cx="1862372" cy="289781"/>
          </a:xfrm>
          <a:custGeom>
            <a:avLst/>
            <a:gdLst/>
            <a:ahLst/>
            <a:cxnLst/>
            <a:rect l="l" t="t" r="r" b="b"/>
            <a:pathLst>
              <a:path w="1862372" h="289781">
                <a:moveTo>
                  <a:pt x="35339" y="0"/>
                </a:moveTo>
                <a:lnTo>
                  <a:pt x="1827033" y="0"/>
                </a:lnTo>
                <a:cubicBezTo>
                  <a:pt x="1846550" y="0"/>
                  <a:pt x="1862372" y="15822"/>
                  <a:pt x="1862372" y="35339"/>
                </a:cubicBezTo>
                <a:lnTo>
                  <a:pt x="1862372" y="254442"/>
                </a:lnTo>
                <a:cubicBezTo>
                  <a:pt x="1862372" y="273959"/>
                  <a:pt x="1846550" y="289781"/>
                  <a:pt x="1827033" y="289781"/>
                </a:cubicBezTo>
                <a:lnTo>
                  <a:pt x="35339" y="289781"/>
                </a:lnTo>
                <a:cubicBezTo>
                  <a:pt x="15835" y="289781"/>
                  <a:pt x="0" y="273946"/>
                  <a:pt x="0" y="254442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4C7E9A">
              <a:alpha val="20000"/>
            </a:srgbClr>
          </a:solidFill>
          <a:ln w="10160">
            <a:solidFill>
              <a:srgbClr val="4C7E9A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1816" y="484153"/>
            <a:ext cx="16432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spc="111" kern="0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Sonuç ve Öneriler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3391" y="950619"/>
            <a:ext cx="11750261" cy="66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17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Özet ve Gelecek Perspektifi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3391" y="1825263"/>
            <a:ext cx="1130852" cy="35339"/>
          </a:xfrm>
          <a:custGeom>
            <a:avLst/>
            <a:gdLst/>
            <a:ahLst/>
            <a:cxnLst/>
            <a:rect l="l" t="t" r="r" b="b"/>
            <a:pathLst>
              <a:path w="1130852" h="35339">
                <a:moveTo>
                  <a:pt x="0" y="0"/>
                </a:moveTo>
                <a:lnTo>
                  <a:pt x="1130852" y="0"/>
                </a:lnTo>
                <a:lnTo>
                  <a:pt x="1130852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8" name="Shape 5"/>
          <p:cNvSpPr/>
          <p:nvPr/>
        </p:nvSpPr>
        <p:spPr>
          <a:xfrm>
            <a:off x="360459" y="2143315"/>
            <a:ext cx="5625990" cy="2615096"/>
          </a:xfrm>
          <a:custGeom>
            <a:avLst/>
            <a:gdLst/>
            <a:ahLst/>
            <a:cxnLst/>
            <a:rect l="l" t="t" r="r" b="b"/>
            <a:pathLst>
              <a:path w="5625990" h="2615096">
                <a:moveTo>
                  <a:pt x="0" y="0"/>
                </a:moveTo>
                <a:lnTo>
                  <a:pt x="5625990" y="0"/>
                </a:lnTo>
                <a:lnTo>
                  <a:pt x="5625990" y="2615096"/>
                </a:lnTo>
                <a:lnTo>
                  <a:pt x="0" y="2615096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60459" y="2143315"/>
            <a:ext cx="14136" cy="2615096"/>
          </a:xfrm>
          <a:custGeom>
            <a:avLst/>
            <a:gdLst/>
            <a:ahLst/>
            <a:cxnLst/>
            <a:rect l="l" t="t" r="r" b="b"/>
            <a:pathLst>
              <a:path w="14136" h="2615096">
                <a:moveTo>
                  <a:pt x="0" y="0"/>
                </a:moveTo>
                <a:lnTo>
                  <a:pt x="14136" y="0"/>
                </a:lnTo>
                <a:lnTo>
                  <a:pt x="14136" y="2615096"/>
                </a:lnTo>
                <a:lnTo>
                  <a:pt x="0" y="261509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0" name="Text 7"/>
          <p:cNvSpPr/>
          <p:nvPr/>
        </p:nvSpPr>
        <p:spPr>
          <a:xfrm>
            <a:off x="544223" y="2320010"/>
            <a:ext cx="53538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 Bulgular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4223" y="2744080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2" name="Text 9"/>
          <p:cNvSpPr/>
          <p:nvPr/>
        </p:nvSpPr>
        <p:spPr>
          <a:xfrm>
            <a:off x="517718" y="2744080"/>
            <a:ext cx="265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2275" y="2708741"/>
            <a:ext cx="5018157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namespace ve iproute2 araçları modern Linux network yönetiminin temel taşlarıdır.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4223" y="3274167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5" name="Text 12"/>
          <p:cNvSpPr/>
          <p:nvPr/>
        </p:nvSpPr>
        <p:spPr>
          <a:xfrm>
            <a:off x="517718" y="3274167"/>
            <a:ext cx="265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2275" y="3238828"/>
            <a:ext cx="5018157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systemd-networkd sunucu ortamlarında, NetworkManager desktop/laptop'ta tercih edilmelidir.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4223" y="3804254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18" name="Text 15"/>
          <p:cNvSpPr/>
          <p:nvPr/>
        </p:nvSpPr>
        <p:spPr>
          <a:xfrm>
            <a:off x="517718" y="3804254"/>
            <a:ext cx="265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2275" y="3768915"/>
            <a:ext cx="435554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Güvenlik için katmanlı savunma: firewall + monitoring + access control.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4223" y="4157645"/>
            <a:ext cx="212035" cy="212035"/>
          </a:xfrm>
          <a:custGeom>
            <a:avLst/>
            <a:gdLst/>
            <a:ahLst/>
            <a:cxnLst/>
            <a:rect l="l" t="t" r="r" b="b"/>
            <a:pathLst>
              <a:path w="212035" h="212035">
                <a:moveTo>
                  <a:pt x="106017" y="0"/>
                </a:moveTo>
                <a:lnTo>
                  <a:pt x="106017" y="0"/>
                </a:lnTo>
                <a:cubicBezTo>
                  <a:pt x="164530" y="0"/>
                  <a:pt x="212035" y="47505"/>
                  <a:pt x="212035" y="106017"/>
                </a:cubicBezTo>
                <a:lnTo>
                  <a:pt x="212035" y="106017"/>
                </a:lnTo>
                <a:cubicBezTo>
                  <a:pt x="212035" y="164530"/>
                  <a:pt x="164530" y="212035"/>
                  <a:pt x="106017" y="212035"/>
                </a:cubicBezTo>
                <a:lnTo>
                  <a:pt x="106017" y="212035"/>
                </a:lnTo>
                <a:cubicBezTo>
                  <a:pt x="47505" y="212035"/>
                  <a:pt x="0" y="164530"/>
                  <a:pt x="0" y="106017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1" name="Text 18"/>
          <p:cNvSpPr/>
          <p:nvPr/>
        </p:nvSpPr>
        <p:spPr>
          <a:xfrm>
            <a:off x="517718" y="4157645"/>
            <a:ext cx="2650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62275" y="4122306"/>
            <a:ext cx="434671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YAML tabanlı yapılandırma (Netplan) modern standart haline gelmiştir.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07098" y="2143315"/>
            <a:ext cx="5625990" cy="2615096"/>
          </a:xfrm>
          <a:custGeom>
            <a:avLst/>
            <a:gdLst/>
            <a:ahLst/>
            <a:cxnLst/>
            <a:rect l="l" t="t" r="r" b="b"/>
            <a:pathLst>
              <a:path w="5625990" h="2615096">
                <a:moveTo>
                  <a:pt x="0" y="0"/>
                </a:moveTo>
                <a:lnTo>
                  <a:pt x="5625990" y="0"/>
                </a:lnTo>
                <a:lnTo>
                  <a:pt x="5625990" y="2615096"/>
                </a:lnTo>
                <a:lnTo>
                  <a:pt x="0" y="2615096"/>
                </a:lnTo>
                <a:lnTo>
                  <a:pt x="0" y="0"/>
                </a:lnTo>
                <a:close/>
              </a:path>
            </a:pathLst>
          </a:custGeom>
          <a:solidFill>
            <a:srgbClr val="3D4045">
              <a:alpha val="4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207098" y="2143315"/>
            <a:ext cx="14136" cy="2615096"/>
          </a:xfrm>
          <a:custGeom>
            <a:avLst/>
            <a:gdLst/>
            <a:ahLst/>
            <a:cxnLst/>
            <a:rect l="l" t="t" r="r" b="b"/>
            <a:pathLst>
              <a:path w="14136" h="2615096">
                <a:moveTo>
                  <a:pt x="0" y="0"/>
                </a:moveTo>
                <a:lnTo>
                  <a:pt x="14136" y="0"/>
                </a:lnTo>
                <a:lnTo>
                  <a:pt x="14136" y="2615096"/>
                </a:lnTo>
                <a:lnTo>
                  <a:pt x="0" y="2615096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5" name="Text 22"/>
          <p:cNvSpPr/>
          <p:nvPr/>
        </p:nvSpPr>
        <p:spPr>
          <a:xfrm>
            <a:off x="6390861" y="2320010"/>
            <a:ext cx="5353878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Uygulama Önerileri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08530" y="2744080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70678" y="0"/>
                </a:moveTo>
                <a:cubicBezTo>
                  <a:pt x="71948" y="0"/>
                  <a:pt x="73218" y="276"/>
                  <a:pt x="74378" y="801"/>
                </a:cubicBezTo>
                <a:lnTo>
                  <a:pt x="126393" y="22860"/>
                </a:lnTo>
                <a:cubicBezTo>
                  <a:pt x="132467" y="25428"/>
                  <a:pt x="136994" y="31419"/>
                  <a:pt x="136967" y="38652"/>
                </a:cubicBezTo>
                <a:cubicBezTo>
                  <a:pt x="136829" y="66040"/>
                  <a:pt x="125564" y="116150"/>
                  <a:pt x="77995" y="138927"/>
                </a:cubicBezTo>
                <a:cubicBezTo>
                  <a:pt x="73384" y="141136"/>
                  <a:pt x="68028" y="141136"/>
                  <a:pt x="63417" y="138927"/>
                </a:cubicBezTo>
                <a:cubicBezTo>
                  <a:pt x="15820" y="116150"/>
                  <a:pt x="4583" y="66040"/>
                  <a:pt x="4445" y="38652"/>
                </a:cubicBezTo>
                <a:cubicBezTo>
                  <a:pt x="4417" y="31419"/>
                  <a:pt x="8945" y="25428"/>
                  <a:pt x="15019" y="22860"/>
                </a:cubicBezTo>
                <a:lnTo>
                  <a:pt x="67006" y="801"/>
                </a:lnTo>
                <a:cubicBezTo>
                  <a:pt x="68166" y="276"/>
                  <a:pt x="69408" y="0"/>
                  <a:pt x="70678" y="0"/>
                </a:cubicBezTo>
                <a:close/>
                <a:moveTo>
                  <a:pt x="70678" y="18443"/>
                </a:moveTo>
                <a:lnTo>
                  <a:pt x="70678" y="122831"/>
                </a:lnTo>
                <a:cubicBezTo>
                  <a:pt x="108778" y="104388"/>
                  <a:pt x="119021" y="63528"/>
                  <a:pt x="119270" y="39066"/>
                </a:cubicBezTo>
                <a:lnTo>
                  <a:pt x="70678" y="18470"/>
                </a:lnTo>
                <a:lnTo>
                  <a:pt x="70678" y="1847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27" name="Text 24"/>
          <p:cNvSpPr/>
          <p:nvPr/>
        </p:nvSpPr>
        <p:spPr>
          <a:xfrm>
            <a:off x="6673574" y="2708741"/>
            <a:ext cx="270344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Düzenli Güvenlik Denetimleri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73574" y="2920776"/>
            <a:ext cx="269460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Aylık vulnerability scanning ve penetration testing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408530" y="3238828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17670" y="17670"/>
                </a:moveTo>
                <a:cubicBezTo>
                  <a:pt x="17670" y="12783"/>
                  <a:pt x="13722" y="8835"/>
                  <a:pt x="8835" y="8835"/>
                </a:cubicBezTo>
                <a:cubicBezTo>
                  <a:pt x="3948" y="8835"/>
                  <a:pt x="0" y="12783"/>
                  <a:pt x="0" y="17670"/>
                </a:cubicBezTo>
                <a:lnTo>
                  <a:pt x="0" y="110435"/>
                </a:lnTo>
                <a:cubicBezTo>
                  <a:pt x="0" y="122638"/>
                  <a:pt x="9884" y="132522"/>
                  <a:pt x="22087" y="132522"/>
                </a:cubicBezTo>
                <a:lnTo>
                  <a:pt x="132522" y="132522"/>
                </a:lnTo>
                <a:cubicBezTo>
                  <a:pt x="137408" y="132522"/>
                  <a:pt x="141357" y="128574"/>
                  <a:pt x="141357" y="123687"/>
                </a:cubicBezTo>
                <a:cubicBezTo>
                  <a:pt x="141357" y="118800"/>
                  <a:pt x="137408" y="114852"/>
                  <a:pt x="132522" y="114852"/>
                </a:cubicBezTo>
                <a:lnTo>
                  <a:pt x="22087" y="114852"/>
                </a:lnTo>
                <a:cubicBezTo>
                  <a:pt x="19657" y="114852"/>
                  <a:pt x="17670" y="112864"/>
                  <a:pt x="17670" y="110435"/>
                </a:cubicBezTo>
                <a:lnTo>
                  <a:pt x="17670" y="17670"/>
                </a:lnTo>
                <a:close/>
                <a:moveTo>
                  <a:pt x="129927" y="41579"/>
                </a:moveTo>
                <a:cubicBezTo>
                  <a:pt x="133378" y="38128"/>
                  <a:pt x="133378" y="32523"/>
                  <a:pt x="129927" y="29072"/>
                </a:cubicBezTo>
                <a:cubicBezTo>
                  <a:pt x="126475" y="25621"/>
                  <a:pt x="120871" y="25621"/>
                  <a:pt x="117420" y="29072"/>
                </a:cubicBezTo>
                <a:lnTo>
                  <a:pt x="88348" y="58172"/>
                </a:lnTo>
                <a:lnTo>
                  <a:pt x="72500" y="42352"/>
                </a:lnTo>
                <a:cubicBezTo>
                  <a:pt x="69049" y="38901"/>
                  <a:pt x="63445" y="38901"/>
                  <a:pt x="59994" y="42352"/>
                </a:cubicBezTo>
                <a:lnTo>
                  <a:pt x="33489" y="68856"/>
                </a:lnTo>
                <a:cubicBezTo>
                  <a:pt x="30038" y="72307"/>
                  <a:pt x="30038" y="77912"/>
                  <a:pt x="33489" y="81363"/>
                </a:cubicBezTo>
                <a:cubicBezTo>
                  <a:pt x="36940" y="84814"/>
                  <a:pt x="42545" y="84814"/>
                  <a:pt x="45996" y="81363"/>
                </a:cubicBezTo>
                <a:lnTo>
                  <a:pt x="66261" y="61098"/>
                </a:lnTo>
                <a:lnTo>
                  <a:pt x="82108" y="76945"/>
                </a:lnTo>
                <a:cubicBezTo>
                  <a:pt x="85559" y="80397"/>
                  <a:pt x="91164" y="80397"/>
                  <a:pt x="94615" y="76945"/>
                </a:cubicBezTo>
                <a:lnTo>
                  <a:pt x="129954" y="41606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0" name="Text 27"/>
          <p:cNvSpPr/>
          <p:nvPr/>
        </p:nvSpPr>
        <p:spPr>
          <a:xfrm>
            <a:off x="6673574" y="3203489"/>
            <a:ext cx="245607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Altyapısı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673574" y="3415524"/>
            <a:ext cx="2447235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 + Grafana ile proaktif monitoring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90861" y="3733576"/>
            <a:ext cx="176696" cy="141357"/>
          </a:xfrm>
          <a:custGeom>
            <a:avLst/>
            <a:gdLst/>
            <a:ahLst/>
            <a:cxnLst/>
            <a:rect l="l" t="t" r="r" b="b"/>
            <a:pathLst>
              <a:path w="176696" h="141357">
                <a:moveTo>
                  <a:pt x="114825" y="58116"/>
                </a:moveTo>
                <a:cubicBezTo>
                  <a:pt x="118193" y="57205"/>
                  <a:pt x="121727" y="58807"/>
                  <a:pt x="123245" y="61926"/>
                </a:cubicBezTo>
                <a:lnTo>
                  <a:pt x="128380" y="72307"/>
                </a:lnTo>
                <a:cubicBezTo>
                  <a:pt x="131224" y="72694"/>
                  <a:pt x="134013" y="73467"/>
                  <a:pt x="136635" y="74543"/>
                </a:cubicBezTo>
                <a:lnTo>
                  <a:pt x="146298" y="68111"/>
                </a:lnTo>
                <a:cubicBezTo>
                  <a:pt x="149197" y="66178"/>
                  <a:pt x="153035" y="66565"/>
                  <a:pt x="155492" y="69022"/>
                </a:cubicBezTo>
                <a:lnTo>
                  <a:pt x="160793" y="74323"/>
                </a:lnTo>
                <a:cubicBezTo>
                  <a:pt x="163250" y="76780"/>
                  <a:pt x="163637" y="80645"/>
                  <a:pt x="161704" y="83516"/>
                </a:cubicBezTo>
                <a:lnTo>
                  <a:pt x="155271" y="93152"/>
                </a:lnTo>
                <a:cubicBezTo>
                  <a:pt x="155796" y="94449"/>
                  <a:pt x="156265" y="95802"/>
                  <a:pt x="156652" y="97210"/>
                </a:cubicBezTo>
                <a:cubicBezTo>
                  <a:pt x="157038" y="98618"/>
                  <a:pt x="157287" y="99999"/>
                  <a:pt x="157480" y="101407"/>
                </a:cubicBezTo>
                <a:lnTo>
                  <a:pt x="167888" y="106542"/>
                </a:lnTo>
                <a:cubicBezTo>
                  <a:pt x="171008" y="108088"/>
                  <a:pt x="172610" y="111622"/>
                  <a:pt x="171698" y="114963"/>
                </a:cubicBezTo>
                <a:lnTo>
                  <a:pt x="169766" y="122196"/>
                </a:lnTo>
                <a:cubicBezTo>
                  <a:pt x="168855" y="125537"/>
                  <a:pt x="165735" y="127801"/>
                  <a:pt x="162256" y="127580"/>
                </a:cubicBezTo>
                <a:lnTo>
                  <a:pt x="150661" y="126834"/>
                </a:lnTo>
                <a:cubicBezTo>
                  <a:pt x="148921" y="129071"/>
                  <a:pt x="146906" y="131141"/>
                  <a:pt x="144614" y="132908"/>
                </a:cubicBezTo>
                <a:lnTo>
                  <a:pt x="145360" y="144476"/>
                </a:lnTo>
                <a:cubicBezTo>
                  <a:pt x="145581" y="147955"/>
                  <a:pt x="143317" y="151102"/>
                  <a:pt x="139976" y="151986"/>
                </a:cubicBezTo>
                <a:lnTo>
                  <a:pt x="132743" y="153918"/>
                </a:lnTo>
                <a:cubicBezTo>
                  <a:pt x="129374" y="154830"/>
                  <a:pt x="125868" y="153228"/>
                  <a:pt x="124322" y="150108"/>
                </a:cubicBezTo>
                <a:lnTo>
                  <a:pt x="119187" y="139728"/>
                </a:lnTo>
                <a:cubicBezTo>
                  <a:pt x="116343" y="139341"/>
                  <a:pt x="113555" y="138568"/>
                  <a:pt x="110932" y="137491"/>
                </a:cubicBezTo>
                <a:lnTo>
                  <a:pt x="101269" y="143924"/>
                </a:lnTo>
                <a:cubicBezTo>
                  <a:pt x="98370" y="145857"/>
                  <a:pt x="94532" y="145470"/>
                  <a:pt x="92075" y="143013"/>
                </a:cubicBezTo>
                <a:lnTo>
                  <a:pt x="86774" y="137712"/>
                </a:lnTo>
                <a:cubicBezTo>
                  <a:pt x="84317" y="135255"/>
                  <a:pt x="83930" y="131417"/>
                  <a:pt x="85863" y="128518"/>
                </a:cubicBezTo>
                <a:lnTo>
                  <a:pt x="92296" y="118855"/>
                </a:lnTo>
                <a:cubicBezTo>
                  <a:pt x="91771" y="117558"/>
                  <a:pt x="91302" y="116205"/>
                  <a:pt x="90915" y="114797"/>
                </a:cubicBezTo>
                <a:cubicBezTo>
                  <a:pt x="90529" y="113389"/>
                  <a:pt x="90280" y="111981"/>
                  <a:pt x="90087" y="110600"/>
                </a:cubicBezTo>
                <a:lnTo>
                  <a:pt x="79679" y="105465"/>
                </a:lnTo>
                <a:cubicBezTo>
                  <a:pt x="76559" y="103919"/>
                  <a:pt x="74985" y="100385"/>
                  <a:pt x="75869" y="97045"/>
                </a:cubicBezTo>
                <a:lnTo>
                  <a:pt x="77801" y="89811"/>
                </a:lnTo>
                <a:cubicBezTo>
                  <a:pt x="78712" y="86470"/>
                  <a:pt x="81832" y="84207"/>
                  <a:pt x="85311" y="84427"/>
                </a:cubicBezTo>
                <a:lnTo>
                  <a:pt x="96879" y="85173"/>
                </a:lnTo>
                <a:cubicBezTo>
                  <a:pt x="98618" y="82937"/>
                  <a:pt x="100634" y="80866"/>
                  <a:pt x="102925" y="79099"/>
                </a:cubicBezTo>
                <a:lnTo>
                  <a:pt x="102180" y="67558"/>
                </a:lnTo>
                <a:cubicBezTo>
                  <a:pt x="101959" y="64080"/>
                  <a:pt x="104223" y="60932"/>
                  <a:pt x="107563" y="60049"/>
                </a:cubicBezTo>
                <a:lnTo>
                  <a:pt x="114797" y="58116"/>
                </a:lnTo>
                <a:close/>
                <a:moveTo>
                  <a:pt x="123797" y="93870"/>
                </a:moveTo>
                <a:cubicBezTo>
                  <a:pt x="117093" y="93877"/>
                  <a:pt x="111656" y="99327"/>
                  <a:pt x="111663" y="106031"/>
                </a:cubicBezTo>
                <a:cubicBezTo>
                  <a:pt x="111671" y="112736"/>
                  <a:pt x="117120" y="118173"/>
                  <a:pt x="123825" y="118165"/>
                </a:cubicBezTo>
                <a:cubicBezTo>
                  <a:pt x="130530" y="118158"/>
                  <a:pt x="135967" y="112708"/>
                  <a:pt x="135959" y="106004"/>
                </a:cubicBezTo>
                <a:cubicBezTo>
                  <a:pt x="135951" y="99299"/>
                  <a:pt x="130502" y="93862"/>
                  <a:pt x="123797" y="93870"/>
                </a:cubicBezTo>
                <a:close/>
                <a:moveTo>
                  <a:pt x="62092" y="-12562"/>
                </a:moveTo>
                <a:lnTo>
                  <a:pt x="69325" y="-10629"/>
                </a:lnTo>
                <a:cubicBezTo>
                  <a:pt x="72666" y="-9718"/>
                  <a:pt x="74930" y="-6571"/>
                  <a:pt x="74709" y="-3120"/>
                </a:cubicBezTo>
                <a:lnTo>
                  <a:pt x="73964" y="8421"/>
                </a:lnTo>
                <a:cubicBezTo>
                  <a:pt x="76255" y="10188"/>
                  <a:pt x="78271" y="12231"/>
                  <a:pt x="80010" y="14495"/>
                </a:cubicBezTo>
                <a:lnTo>
                  <a:pt x="91606" y="13749"/>
                </a:lnTo>
                <a:cubicBezTo>
                  <a:pt x="95057" y="13528"/>
                  <a:pt x="98204" y="15792"/>
                  <a:pt x="99115" y="19133"/>
                </a:cubicBezTo>
                <a:lnTo>
                  <a:pt x="101048" y="26366"/>
                </a:lnTo>
                <a:cubicBezTo>
                  <a:pt x="101931" y="29707"/>
                  <a:pt x="100358" y="33241"/>
                  <a:pt x="97238" y="34787"/>
                </a:cubicBezTo>
                <a:lnTo>
                  <a:pt x="86829" y="39922"/>
                </a:lnTo>
                <a:cubicBezTo>
                  <a:pt x="86636" y="41330"/>
                  <a:pt x="86360" y="42738"/>
                  <a:pt x="86001" y="44119"/>
                </a:cubicBezTo>
                <a:cubicBezTo>
                  <a:pt x="85642" y="45499"/>
                  <a:pt x="85145" y="46880"/>
                  <a:pt x="84621" y="48177"/>
                </a:cubicBezTo>
                <a:lnTo>
                  <a:pt x="91053" y="57840"/>
                </a:lnTo>
                <a:cubicBezTo>
                  <a:pt x="92986" y="60739"/>
                  <a:pt x="92600" y="64577"/>
                  <a:pt x="90142" y="67034"/>
                </a:cubicBezTo>
                <a:lnTo>
                  <a:pt x="84842" y="72335"/>
                </a:lnTo>
                <a:cubicBezTo>
                  <a:pt x="82384" y="74792"/>
                  <a:pt x="78547" y="75178"/>
                  <a:pt x="75648" y="73246"/>
                </a:cubicBezTo>
                <a:lnTo>
                  <a:pt x="65985" y="66813"/>
                </a:lnTo>
                <a:cubicBezTo>
                  <a:pt x="63362" y="67890"/>
                  <a:pt x="60573" y="68663"/>
                  <a:pt x="57730" y="69049"/>
                </a:cubicBezTo>
                <a:lnTo>
                  <a:pt x="52595" y="79430"/>
                </a:lnTo>
                <a:cubicBezTo>
                  <a:pt x="51048" y="82550"/>
                  <a:pt x="47515" y="84124"/>
                  <a:pt x="44174" y="83240"/>
                </a:cubicBezTo>
                <a:lnTo>
                  <a:pt x="36940" y="81308"/>
                </a:lnTo>
                <a:cubicBezTo>
                  <a:pt x="33572" y="80397"/>
                  <a:pt x="31336" y="77249"/>
                  <a:pt x="31557" y="73798"/>
                </a:cubicBezTo>
                <a:lnTo>
                  <a:pt x="32302" y="62230"/>
                </a:lnTo>
                <a:cubicBezTo>
                  <a:pt x="30011" y="60463"/>
                  <a:pt x="27995" y="58420"/>
                  <a:pt x="26256" y="56156"/>
                </a:cubicBezTo>
                <a:lnTo>
                  <a:pt x="14660" y="56902"/>
                </a:lnTo>
                <a:cubicBezTo>
                  <a:pt x="11209" y="57122"/>
                  <a:pt x="8062" y="54858"/>
                  <a:pt x="7151" y="51518"/>
                </a:cubicBezTo>
                <a:lnTo>
                  <a:pt x="5218" y="44284"/>
                </a:lnTo>
                <a:cubicBezTo>
                  <a:pt x="4335" y="40944"/>
                  <a:pt x="5908" y="37410"/>
                  <a:pt x="9028" y="35864"/>
                </a:cubicBezTo>
                <a:lnTo>
                  <a:pt x="19437" y="30728"/>
                </a:lnTo>
                <a:cubicBezTo>
                  <a:pt x="19630" y="29320"/>
                  <a:pt x="19906" y="27940"/>
                  <a:pt x="20265" y="26532"/>
                </a:cubicBezTo>
                <a:cubicBezTo>
                  <a:pt x="20651" y="25124"/>
                  <a:pt x="21093" y="23771"/>
                  <a:pt x="21645" y="22473"/>
                </a:cubicBezTo>
                <a:lnTo>
                  <a:pt x="15212" y="12838"/>
                </a:lnTo>
                <a:cubicBezTo>
                  <a:pt x="13280" y="9939"/>
                  <a:pt x="13666" y="6102"/>
                  <a:pt x="16123" y="3644"/>
                </a:cubicBezTo>
                <a:lnTo>
                  <a:pt x="21424" y="-1657"/>
                </a:lnTo>
                <a:cubicBezTo>
                  <a:pt x="23882" y="-4114"/>
                  <a:pt x="27719" y="-4500"/>
                  <a:pt x="30618" y="-2568"/>
                </a:cubicBezTo>
                <a:lnTo>
                  <a:pt x="40281" y="3865"/>
                </a:lnTo>
                <a:cubicBezTo>
                  <a:pt x="42904" y="2788"/>
                  <a:pt x="45692" y="2015"/>
                  <a:pt x="48536" y="1629"/>
                </a:cubicBezTo>
                <a:lnTo>
                  <a:pt x="53671" y="-8752"/>
                </a:lnTo>
                <a:cubicBezTo>
                  <a:pt x="55217" y="-11872"/>
                  <a:pt x="58724" y="-13445"/>
                  <a:pt x="62092" y="-12562"/>
                </a:cubicBezTo>
                <a:close/>
                <a:moveTo>
                  <a:pt x="53119" y="23191"/>
                </a:moveTo>
                <a:cubicBezTo>
                  <a:pt x="46415" y="23191"/>
                  <a:pt x="40971" y="28635"/>
                  <a:pt x="40971" y="35339"/>
                </a:cubicBezTo>
                <a:cubicBezTo>
                  <a:pt x="40971" y="42044"/>
                  <a:pt x="46415" y="47487"/>
                  <a:pt x="53119" y="47487"/>
                </a:cubicBezTo>
                <a:cubicBezTo>
                  <a:pt x="59824" y="47487"/>
                  <a:pt x="65267" y="42044"/>
                  <a:pt x="65267" y="35339"/>
                </a:cubicBezTo>
                <a:cubicBezTo>
                  <a:pt x="65267" y="28635"/>
                  <a:pt x="59824" y="23191"/>
                  <a:pt x="53119" y="23191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3" name="Text 30"/>
          <p:cNvSpPr/>
          <p:nvPr/>
        </p:nvSpPr>
        <p:spPr>
          <a:xfrm>
            <a:off x="6673574" y="3698237"/>
            <a:ext cx="2305878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Configuration Management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673574" y="3910271"/>
            <a:ext cx="2297043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Ansible ile otomasyon ve standartlaştırma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08530" y="4228324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0" y="70678"/>
                </a:moveTo>
                <a:cubicBezTo>
                  <a:pt x="0" y="31670"/>
                  <a:pt x="31670" y="0"/>
                  <a:pt x="70678" y="0"/>
                </a:cubicBezTo>
                <a:cubicBezTo>
                  <a:pt x="109687" y="0"/>
                  <a:pt x="141357" y="31670"/>
                  <a:pt x="141357" y="70678"/>
                </a:cubicBezTo>
                <a:cubicBezTo>
                  <a:pt x="141357" y="109687"/>
                  <a:pt x="109687" y="141357"/>
                  <a:pt x="70678" y="141357"/>
                </a:cubicBezTo>
                <a:cubicBezTo>
                  <a:pt x="31670" y="141357"/>
                  <a:pt x="0" y="109687"/>
                  <a:pt x="0" y="70678"/>
                </a:cubicBezTo>
                <a:close/>
                <a:moveTo>
                  <a:pt x="79513" y="26504"/>
                </a:moveTo>
                <a:cubicBezTo>
                  <a:pt x="79513" y="21628"/>
                  <a:pt x="75554" y="17670"/>
                  <a:pt x="70678" y="17670"/>
                </a:cubicBezTo>
                <a:cubicBezTo>
                  <a:pt x="65802" y="17670"/>
                  <a:pt x="61843" y="21628"/>
                  <a:pt x="61843" y="26504"/>
                </a:cubicBezTo>
                <a:cubicBezTo>
                  <a:pt x="61843" y="31380"/>
                  <a:pt x="65802" y="35339"/>
                  <a:pt x="70678" y="35339"/>
                </a:cubicBezTo>
                <a:cubicBezTo>
                  <a:pt x="75554" y="35339"/>
                  <a:pt x="79513" y="31380"/>
                  <a:pt x="79513" y="26504"/>
                </a:cubicBezTo>
                <a:close/>
                <a:moveTo>
                  <a:pt x="70678" y="114852"/>
                </a:moveTo>
                <a:cubicBezTo>
                  <a:pt x="80424" y="114852"/>
                  <a:pt x="88348" y="106928"/>
                  <a:pt x="88348" y="97183"/>
                </a:cubicBezTo>
                <a:cubicBezTo>
                  <a:pt x="88348" y="92710"/>
                  <a:pt x="86691" y="88596"/>
                  <a:pt x="83930" y="85504"/>
                </a:cubicBezTo>
                <a:lnTo>
                  <a:pt x="103118" y="47156"/>
                </a:lnTo>
                <a:cubicBezTo>
                  <a:pt x="104747" y="43870"/>
                  <a:pt x="103422" y="39895"/>
                  <a:pt x="100164" y="38266"/>
                </a:cubicBezTo>
                <a:cubicBezTo>
                  <a:pt x="96907" y="36637"/>
                  <a:pt x="92903" y="37962"/>
                  <a:pt x="91274" y="41220"/>
                </a:cubicBezTo>
                <a:lnTo>
                  <a:pt x="72086" y="79568"/>
                </a:lnTo>
                <a:cubicBezTo>
                  <a:pt x="71617" y="79541"/>
                  <a:pt x="71148" y="79513"/>
                  <a:pt x="70678" y="79513"/>
                </a:cubicBezTo>
                <a:cubicBezTo>
                  <a:pt x="60932" y="79513"/>
                  <a:pt x="53009" y="87437"/>
                  <a:pt x="53009" y="97183"/>
                </a:cubicBezTo>
                <a:cubicBezTo>
                  <a:pt x="53009" y="106928"/>
                  <a:pt x="60932" y="114852"/>
                  <a:pt x="70678" y="114852"/>
                </a:cubicBezTo>
                <a:close/>
                <a:moveTo>
                  <a:pt x="48591" y="39757"/>
                </a:moveTo>
                <a:cubicBezTo>
                  <a:pt x="48591" y="34880"/>
                  <a:pt x="44633" y="30922"/>
                  <a:pt x="39757" y="30922"/>
                </a:cubicBezTo>
                <a:cubicBezTo>
                  <a:pt x="34880" y="30922"/>
                  <a:pt x="30922" y="34880"/>
                  <a:pt x="30922" y="39757"/>
                </a:cubicBezTo>
                <a:cubicBezTo>
                  <a:pt x="30922" y="44633"/>
                  <a:pt x="34880" y="48591"/>
                  <a:pt x="39757" y="48591"/>
                </a:cubicBezTo>
                <a:cubicBezTo>
                  <a:pt x="44633" y="48591"/>
                  <a:pt x="48591" y="44633"/>
                  <a:pt x="48591" y="39757"/>
                </a:cubicBezTo>
                <a:close/>
                <a:moveTo>
                  <a:pt x="26504" y="79513"/>
                </a:moveTo>
                <a:cubicBezTo>
                  <a:pt x="31380" y="79513"/>
                  <a:pt x="35339" y="75554"/>
                  <a:pt x="35339" y="70678"/>
                </a:cubicBezTo>
                <a:cubicBezTo>
                  <a:pt x="35339" y="65802"/>
                  <a:pt x="31380" y="61843"/>
                  <a:pt x="26504" y="61843"/>
                </a:cubicBezTo>
                <a:cubicBezTo>
                  <a:pt x="21628" y="61843"/>
                  <a:pt x="17670" y="65802"/>
                  <a:pt x="17670" y="70678"/>
                </a:cubicBezTo>
                <a:cubicBezTo>
                  <a:pt x="17670" y="75554"/>
                  <a:pt x="21628" y="79513"/>
                  <a:pt x="26504" y="79513"/>
                </a:cubicBezTo>
                <a:close/>
                <a:moveTo>
                  <a:pt x="123687" y="70678"/>
                </a:moveTo>
                <a:cubicBezTo>
                  <a:pt x="123687" y="65802"/>
                  <a:pt x="119728" y="61843"/>
                  <a:pt x="114852" y="61843"/>
                </a:cubicBezTo>
                <a:cubicBezTo>
                  <a:pt x="109976" y="61843"/>
                  <a:pt x="106017" y="65802"/>
                  <a:pt x="106017" y="70678"/>
                </a:cubicBezTo>
                <a:cubicBezTo>
                  <a:pt x="106017" y="75554"/>
                  <a:pt x="109976" y="79513"/>
                  <a:pt x="114852" y="79513"/>
                </a:cubicBezTo>
                <a:cubicBezTo>
                  <a:pt x="119728" y="79513"/>
                  <a:pt x="123687" y="75554"/>
                  <a:pt x="123687" y="70678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36" name="Text 33"/>
          <p:cNvSpPr/>
          <p:nvPr/>
        </p:nvSpPr>
        <p:spPr>
          <a:xfrm>
            <a:off x="6673574" y="4192984"/>
            <a:ext cx="2579757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Performans Optimizasyonu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673574" y="4405019"/>
            <a:ext cx="2570922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Kernel parametrelerini iş yüküne göre ayarlayın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60459" y="5041124"/>
            <a:ext cx="11474616" cy="1590261"/>
          </a:xfrm>
          <a:custGeom>
            <a:avLst/>
            <a:gdLst/>
            <a:ahLst/>
            <a:cxnLst/>
            <a:rect l="l" t="t" r="r" b="b"/>
            <a:pathLst>
              <a:path w="11474616" h="1590261">
                <a:moveTo>
                  <a:pt x="0" y="0"/>
                </a:moveTo>
                <a:lnTo>
                  <a:pt x="11474616" y="0"/>
                </a:lnTo>
                <a:lnTo>
                  <a:pt x="11474616" y="1590261"/>
                </a:lnTo>
                <a:lnTo>
                  <a:pt x="0" y="1590261"/>
                </a:lnTo>
                <a:lnTo>
                  <a:pt x="0" y="0"/>
                </a:lnTo>
                <a:close/>
              </a:path>
            </a:pathLst>
          </a:custGeom>
          <a:solidFill>
            <a:srgbClr val="4C7E9A">
              <a:alpha val="10196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360459" y="5041124"/>
            <a:ext cx="14136" cy="1590261"/>
          </a:xfrm>
          <a:custGeom>
            <a:avLst/>
            <a:gdLst/>
            <a:ahLst/>
            <a:cxnLst/>
            <a:rect l="l" t="t" r="r" b="b"/>
            <a:pathLst>
              <a:path w="14136" h="1590261">
                <a:moveTo>
                  <a:pt x="0" y="0"/>
                </a:moveTo>
                <a:lnTo>
                  <a:pt x="14136" y="0"/>
                </a:lnTo>
                <a:lnTo>
                  <a:pt x="14136" y="1590261"/>
                </a:lnTo>
                <a:lnTo>
                  <a:pt x="0" y="1590261"/>
                </a:lnTo>
                <a:lnTo>
                  <a:pt x="0" y="0"/>
                </a:ln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0" name="Shape 37"/>
          <p:cNvSpPr/>
          <p:nvPr/>
        </p:nvSpPr>
        <p:spPr>
          <a:xfrm>
            <a:off x="659075" y="5253158"/>
            <a:ext cx="238539" cy="318052"/>
          </a:xfrm>
          <a:custGeom>
            <a:avLst/>
            <a:gdLst/>
            <a:ahLst/>
            <a:cxnLst/>
            <a:rect l="l" t="t" r="r" b="b"/>
            <a:pathLst>
              <a:path w="238539" h="318052">
                <a:moveTo>
                  <a:pt x="181948" y="238539"/>
                </a:moveTo>
                <a:cubicBezTo>
                  <a:pt x="186483" y="224686"/>
                  <a:pt x="195552" y="212138"/>
                  <a:pt x="205802" y="201330"/>
                </a:cubicBezTo>
                <a:cubicBezTo>
                  <a:pt x="226115" y="179960"/>
                  <a:pt x="238539" y="151075"/>
                  <a:pt x="238539" y="119270"/>
                </a:cubicBezTo>
                <a:cubicBezTo>
                  <a:pt x="238539" y="53423"/>
                  <a:pt x="185116" y="0"/>
                  <a:pt x="119270" y="0"/>
                </a:cubicBezTo>
                <a:cubicBezTo>
                  <a:pt x="53423" y="0"/>
                  <a:pt x="0" y="53423"/>
                  <a:pt x="0" y="119270"/>
                </a:cubicBezTo>
                <a:cubicBezTo>
                  <a:pt x="0" y="151075"/>
                  <a:pt x="12424" y="179960"/>
                  <a:pt x="32737" y="201330"/>
                </a:cubicBezTo>
                <a:cubicBezTo>
                  <a:pt x="42987" y="212138"/>
                  <a:pt x="52118" y="224686"/>
                  <a:pt x="56591" y="238539"/>
                </a:cubicBezTo>
                <a:lnTo>
                  <a:pt x="181886" y="238539"/>
                </a:lnTo>
                <a:close/>
                <a:moveTo>
                  <a:pt x="178904" y="268357"/>
                </a:moveTo>
                <a:lnTo>
                  <a:pt x="59635" y="268357"/>
                </a:lnTo>
                <a:lnTo>
                  <a:pt x="59635" y="278296"/>
                </a:lnTo>
                <a:cubicBezTo>
                  <a:pt x="59635" y="305753"/>
                  <a:pt x="81874" y="327991"/>
                  <a:pt x="109330" y="327991"/>
                </a:cubicBezTo>
                <a:lnTo>
                  <a:pt x="129209" y="327991"/>
                </a:lnTo>
                <a:cubicBezTo>
                  <a:pt x="156666" y="327991"/>
                  <a:pt x="178904" y="305753"/>
                  <a:pt x="178904" y="278296"/>
                </a:cubicBezTo>
                <a:lnTo>
                  <a:pt x="178904" y="268357"/>
                </a:lnTo>
                <a:close/>
                <a:moveTo>
                  <a:pt x="114300" y="69574"/>
                </a:moveTo>
                <a:cubicBezTo>
                  <a:pt x="89576" y="69574"/>
                  <a:pt x="69574" y="89576"/>
                  <a:pt x="69574" y="114300"/>
                </a:cubicBezTo>
                <a:cubicBezTo>
                  <a:pt x="69574" y="122562"/>
                  <a:pt x="62927" y="129209"/>
                  <a:pt x="54665" y="129209"/>
                </a:cubicBezTo>
                <a:cubicBezTo>
                  <a:pt x="46403" y="129209"/>
                  <a:pt x="39757" y="122562"/>
                  <a:pt x="39757" y="114300"/>
                </a:cubicBezTo>
                <a:cubicBezTo>
                  <a:pt x="39757" y="73115"/>
                  <a:pt x="73115" y="39757"/>
                  <a:pt x="114300" y="39757"/>
                </a:cubicBezTo>
                <a:cubicBezTo>
                  <a:pt x="122562" y="39757"/>
                  <a:pt x="129209" y="46403"/>
                  <a:pt x="129209" y="54665"/>
                </a:cubicBezTo>
                <a:cubicBezTo>
                  <a:pt x="129209" y="62927"/>
                  <a:pt x="122562" y="69574"/>
                  <a:pt x="114300" y="69574"/>
                </a:cubicBezTo>
                <a:close/>
              </a:path>
            </a:pathLst>
          </a:custGeom>
          <a:solidFill>
            <a:srgbClr val="4C7E9A"/>
          </a:solidFill>
          <a:ln/>
        </p:spPr>
      </p:sp>
      <p:sp>
        <p:nvSpPr>
          <p:cNvPr id="41" name="Text 38"/>
          <p:cNvSpPr/>
          <p:nvPr/>
        </p:nvSpPr>
        <p:spPr>
          <a:xfrm>
            <a:off x="1118483" y="5253158"/>
            <a:ext cx="10610574" cy="28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Gelecek Trendleri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118483" y="5641785"/>
            <a:ext cx="10584070" cy="7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2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eBPF (extended Berkeley Packet Filter)</a:t>
            </a:r>
            <a:pPr>
              <a:lnSpc>
                <a:spcPct val="140000"/>
              </a:lnSpc>
            </a:pPr>
            <a:r>
              <a:rPr lang="en-US" sz="125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teknolojisi, Linux kernelinde programlanabilir network ve güvenlik politikaları sunarak devrim yaratıyor. </a:t>
            </a:r>
            <a:pPr>
              <a:lnSpc>
                <a:spcPct val="140000"/>
              </a:lnSpc>
            </a:pPr>
            <a:r>
              <a:rPr lang="en-US" sz="1252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Cilium</a:t>
            </a:r>
            <a:pPr>
              <a:lnSpc>
                <a:spcPct val="140000"/>
              </a:lnSpc>
            </a:pPr>
            <a:r>
              <a:rPr lang="en-US" sz="125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gibi projeler container networking'de yeni bir çağ başlatıyor. Ayrıca, </a:t>
            </a:r>
            <a:pPr>
              <a:lnSpc>
                <a:spcPct val="140000"/>
              </a:lnSpc>
            </a:pPr>
            <a:r>
              <a:rPr lang="en-US" sz="1252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Mesh</a:t>
            </a:r>
            <a:pPr>
              <a:lnSpc>
                <a:spcPct val="140000"/>
              </a:lnSpc>
            </a:pPr>
            <a:r>
              <a:rPr lang="en-US" sz="125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(Istio, Linkerd) ve </a:t>
            </a:r>
            <a:pPr>
              <a:lnSpc>
                <a:spcPct val="140000"/>
              </a:lnSpc>
            </a:pPr>
            <a:r>
              <a:rPr lang="en-US" sz="1252" b="1" dirty="0">
                <a:solidFill>
                  <a:srgbClr val="4C7E9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eBPF-based observability</a:t>
            </a:r>
            <a:pPr>
              <a:lnSpc>
                <a:spcPct val="140000"/>
              </a:lnSpc>
            </a:pPr>
            <a:r>
              <a:rPr lang="en-US" sz="125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araçları network monitoring'de çığır açıyor.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53391" y="6858880"/>
            <a:ext cx="2579757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 Network Helper Teknik Araştırma Raporu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254409" y="6858880"/>
            <a:ext cx="6449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dirty="0">
                <a:solidFill>
                  <a:srgbClr val="6B6F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Ocak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Network Helper: Detaylı Teknik Araştırma Raporu</dc:title>
  <dc:subject>Linux Network Helper: Detaylı Teknik Araştırma Raporu</dc:subject>
  <dc:creator>Kimi</dc:creator>
  <cp:lastModifiedBy>Kimi</cp:lastModifiedBy>
  <cp:revision>1</cp:revision>
  <dcterms:created xsi:type="dcterms:W3CDTF">2026-01-20T17:02:34Z</dcterms:created>
  <dcterms:modified xsi:type="dcterms:W3CDTF">2026-01-20T17:02:34Z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{"Label":"Linux Network Helper: Detaylı Teknik Araştırma Raporu","ContentProducer":"001191110108MACG2KBH8F10000","ProduceID":"19bdc54e-ebd2-8fb9-8000-000098c0facb","ReservedCode1":"","ContentPropagator":"001191110108MACG2KBH8F20000","PropagateID":"19bdc54e-ebd2-8fb9-8000-000098c0facb","ReservedCode2":""}</vt:lpwstr>
  </property>
</Properties>
</file>